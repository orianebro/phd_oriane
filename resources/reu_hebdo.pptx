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2" autoAdjust="0"/>
    <p:restoredTop sz="94660"/>
  </p:normalViewPr>
  <p:slideViewPr>
    <p:cSldViewPr snapToGrid="0">
      <p:cViewPr varScale="1">
        <p:scale>
          <a:sx n="86" d="100"/>
          <a:sy n="86" d="100"/>
        </p:scale>
        <p:origin x="4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87E11-1EB6-4B3B-91CB-90A85C0825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D3ECA-548E-455F-B12E-EE2D4B5B6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DFBA2-A43F-48E1-A7C9-DA966CD1C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7061C-15D6-44FC-B18A-16580D7ED2A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91C81-6FB0-48F2-B3B0-F551099C4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ABD21-C2FE-4ED3-A2EC-998D9A44E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3FB4-1558-4137-A689-9EA28F0FE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730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9DABC-E85B-47D8-B615-2854A9694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CE56A-CA3C-4CBD-A263-02BF637DD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E8C62-0530-4E51-AD7F-F240BF82D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7061C-15D6-44FC-B18A-16580D7ED2A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C0846-2C73-4C3E-874E-8CDE4FFDB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A8C42-0634-4D92-8875-B6ECD4F5B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3FB4-1558-4137-A689-9EA28F0FE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507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8979E-3510-41E1-862B-C4529E095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CD0540-17AD-4C05-B0E6-E14B40914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B5D18-36F5-4666-B2A6-7BF8453E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7061C-15D6-44FC-B18A-16580D7ED2A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F54DD-DCDB-4FD8-9589-27F8E1F0A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1444A-E402-4250-8F95-29F28736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3FB4-1558-4137-A689-9EA28F0FE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261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FED2E-6D74-416C-BAF8-7F246BF2C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51259-4203-46E1-B5AF-5838FDEA7D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EE06-F386-4281-AFA3-FCDEE4278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51F9B-DD03-4BA9-A075-1698097BC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7061C-15D6-44FC-B18A-16580D7ED2A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9BAE5D-8EDF-4E88-8802-1F902592A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41D9BD-514C-49D1-AD90-B23148230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3FB4-1558-4137-A689-9EA28F0FE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30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267B3-5D53-41FD-9E55-72AD181DF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7B35F-8914-48EB-BA20-3C110D753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96C233-2A8C-4334-963A-E7186C640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90640-250A-4956-AB92-30F031A009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1ABC7F-4CBF-4D30-986C-DFD131D498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21A019-369A-4281-AF33-D3EB96C80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7061C-15D6-44FC-B18A-16580D7ED2A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4998AF-868C-456D-B015-C592D5B97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5CCA35-F015-4670-BD9F-AB6A04BE8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3FB4-1558-4137-A689-9EA28F0FE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160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BE0EB-91FC-4931-B2AF-45E1A4D89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A9159B-7611-4EB6-AC96-03688DB89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7061C-15D6-44FC-B18A-16580D7ED2A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822897-7660-4703-BAE1-CF31CB579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425E1E-0700-4318-906D-7485A5260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3FB4-1558-4137-A689-9EA28F0FE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315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E253BB-CE0E-471E-B518-3C0FA66A1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7061C-15D6-44FC-B18A-16580D7ED2A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D24E8E-56FA-43D3-A570-09CCE23EE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D5DDE-4C72-4A78-8785-78691EE2C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3FB4-1558-4137-A689-9EA28F0FE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158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FF52C-33AC-4E97-8FF6-91CD07ACD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E836F-4329-42FD-B86B-E48B2C2C2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EF091-00C6-4C32-A66E-64F49393B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59158-CB67-41E0-8551-DD7027D14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7061C-15D6-44FC-B18A-16580D7ED2A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6EE76F-E745-4838-B178-B4F78ED11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3933A-C3F7-4EC3-8B0F-B1856904D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3FB4-1558-4137-A689-9EA28F0FE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642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39942-EFF5-4BED-A101-C0491CF9E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543DB6-A05C-4B0C-9533-018E4E2B36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755FA-2C21-4811-8BB3-A02829DB66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25BB4-FD52-4C3C-8970-D531643C3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7061C-15D6-44FC-B18A-16580D7ED2A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79E799-4E1F-4D76-9D2F-10633EA7D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F8D85-10A0-4686-B420-242825734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3FB4-1558-4137-A689-9EA28F0FE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594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2EEF7-AF1B-44BD-85EC-999C88850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0A4F60-D242-407E-B35B-6337E8C629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1B298-25AA-4F48-9680-D374A3A29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7061C-15D6-44FC-B18A-16580D7ED2A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54803-1174-40FB-8FC5-D3B7BA1AA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868DE-1154-4F57-94F3-838108B90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3FB4-1558-4137-A689-9EA28F0FE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43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325F4B-EF4D-461E-8BCB-B1364F0CB8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8454BF-68A9-4B65-9F51-18E036F0EF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B66A4-CB20-43AA-91DE-528F1691D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7061C-15D6-44FC-B18A-16580D7ED2A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0F913-B652-4D06-9706-50ADECD83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50D40-BF6F-4CCE-A0C6-6CFFE6AE9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3FB4-1558-4137-A689-9EA28F0FE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058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6EA88-79BA-4025-800C-04A9EFB02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CBABA1-4F69-46BB-A68D-784FE63A6E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C8743-1044-4942-AD54-C374F89E09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E7061C-15D6-44FC-B18A-16580D7ED2A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C4580-BB05-438D-8306-A489DB4354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0686A-3C1B-4BA2-8CBE-0D42B980E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3FB4-1558-4137-A689-9EA28F0FE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686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90660-0B3C-4752-9567-82A2F55ADF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PhD Oriane - 24/05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3316E6-A18F-4BA7-8BDB-AE6B222C5E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473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58E93-26E5-4BF0-91D9-02819D8C7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Correction hauteur + </a:t>
            </a:r>
            <a:r>
              <a:rPr lang="fr-FR" dirty="0" err="1"/>
              <a:t>pseudostem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97C44-A8E9-4516-B89A-5AD2BF026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83240" cy="4351338"/>
          </a:xfrm>
        </p:spPr>
        <p:txBody>
          <a:bodyPr/>
          <a:lstStyle/>
          <a:p>
            <a:r>
              <a:rPr lang="fr-FR" dirty="0"/>
              <a:t>2 lois différentes pour stem et </a:t>
            </a:r>
            <a:r>
              <a:rPr lang="fr-FR" dirty="0" err="1"/>
              <a:t>pseudostem</a:t>
            </a:r>
            <a:r>
              <a:rPr lang="fr-FR" dirty="0"/>
              <a:t> : </a:t>
            </a:r>
          </a:p>
          <a:p>
            <a:pPr lvl="1"/>
            <a:r>
              <a:rPr lang="fr-FR" dirty="0" err="1"/>
              <a:t>Pseudostem</a:t>
            </a:r>
            <a:r>
              <a:rPr lang="fr-FR" dirty="0"/>
              <a:t>: différence de longueurs négligeable </a:t>
            </a:r>
            <a:r>
              <a:rPr lang="fr-FR" dirty="0">
                <a:sym typeface="Wingdings" panose="05000000000000000000" pitchFamily="2" charset="2"/>
              </a:rPr>
              <a:t> uniforme ([1,3]cm/e-n)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Stem: suite géométrique  fixer valeur initiale et raison pour atteindre la hauteur voulue… </a:t>
            </a:r>
          </a:p>
          <a:p>
            <a:pPr lvl="1"/>
            <a:endParaRPr lang="fr-FR" dirty="0">
              <a:sym typeface="Wingdings" panose="05000000000000000000" pitchFamily="2" charset="2"/>
            </a:endParaRPr>
          </a:p>
          <a:p>
            <a:r>
              <a:rPr lang="fr-FR" dirty="0">
                <a:sym typeface="Wingdings" panose="05000000000000000000" pitchFamily="2" charset="2"/>
              </a:rPr>
              <a:t> voir le </a:t>
            </a:r>
            <a:r>
              <a:rPr lang="fr-FR" dirty="0" err="1">
                <a:sym typeface="Wingdings" panose="05000000000000000000" pitchFamily="2" charset="2"/>
              </a:rPr>
              <a:t>mesh</a:t>
            </a:r>
            <a:r>
              <a:rPr lang="fr-FR" dirty="0">
                <a:sym typeface="Wingdings" panose="05000000000000000000" pitchFamily="2" charset="2"/>
              </a:rPr>
              <a:t> des </a:t>
            </a:r>
            <a:r>
              <a:rPr lang="fr-FR" dirty="0" err="1">
                <a:sym typeface="Wingdings" panose="05000000000000000000" pitchFamily="2" charset="2"/>
              </a:rPr>
              <a:t>elements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endParaRPr lang="fr-F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973179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FEF03-4644-4588-9F4B-F63688B8C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Scientific Python </a:t>
            </a:r>
            <a:r>
              <a:rPr lang="fr-FR" dirty="0" err="1"/>
              <a:t>Development</a:t>
            </a:r>
            <a:r>
              <a:rPr lang="fr-FR" dirty="0"/>
              <a:t> Guide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4B047-3A6F-4B88-90CE-ED2F69F91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Avec Thomas, on travaille à coller à ces guidelines pour avoir un package ultra propre</a:t>
            </a:r>
          </a:p>
          <a:p>
            <a:r>
              <a:rPr lang="fr-FR" dirty="0"/>
              <a:t>C’est assez contraignant, mais c’est le coût des bonnes pratiques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611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7DFFA-7830-4B32-B7BB-0068D1F0F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Tallage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C7AD4-C9C8-49FB-BC68-0A36C1CEB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Théorie</a:t>
            </a:r>
          </a:p>
          <a:p>
            <a:r>
              <a:rPr lang="fr-FR" dirty="0"/>
              <a:t>Implémentation cet aprem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74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5765</TotalTime>
  <Words>89</Words>
  <Application>Microsoft Office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Wingdings</vt:lpstr>
      <vt:lpstr>Office Theme</vt:lpstr>
      <vt:lpstr>PhD Oriane - 24/05</vt:lpstr>
      <vt:lpstr>Correction hauteur + pseudostem</vt:lpstr>
      <vt:lpstr>Scientific Python Development Guide </vt:lpstr>
      <vt:lpstr>Tallage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PhD Oriane - 24/05</dc:title>
  <dc:creator>Oriane BRAUD</dc:creator>
  <cp:lastModifiedBy>Oriane BRAUD</cp:lastModifiedBy>
  <cp:revision>9</cp:revision>
  <dcterms:created xsi:type="dcterms:W3CDTF">2024-05-24T07:45:02Z</dcterms:created>
  <dcterms:modified xsi:type="dcterms:W3CDTF">2024-05-28T07:50:52Z</dcterms:modified>
</cp:coreProperties>
</file>