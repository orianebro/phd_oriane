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F40C5-500D-4B22-9E9A-99DF29FEC16E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81828-4B38-41B9-B2B9-7D8011A65A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77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Arbre de décision </a:t>
            </a:r>
            <a:r>
              <a:rPr lang="fr-FR" dirty="0">
                <a:sym typeface="Wingdings" panose="05000000000000000000" pitchFamily="2" charset="2"/>
              </a:rPr>
              <a:t> différentes hypothèses, donc de contraintes,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81828-4B38-41B9-B2B9-7D8011A65A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9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A1EFA-E8E0-4BCD-9A93-8EF9705FB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40937-0774-4C46-B70C-B8C66B259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F2009-070E-4DEF-AD29-969B4C72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8EF40-4FE5-4FFA-8186-2D04ED086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9FC0-A673-4D14-8C7C-B6A83A15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7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39467-09C5-4F3C-8884-2A9F8E6E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89303-B02E-425A-B5FF-A361867AF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3FB7F-3537-4456-9B3A-2F5DE567B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DB72-6420-45B2-8078-76526444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D35D4-AB64-4D59-9599-CD224A23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41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D58F-F070-495C-9949-1A8EF1AC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B9787-0B58-4576-BA07-4C69C9726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09D70-E49F-4B2D-BAE6-3CA034E9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249C-D958-4D19-97F3-C2F3C9A5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B7B22-5156-4DA4-A0A6-AB8EA4F2D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17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9396-4AA8-4541-9904-265E0B272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0CCBF-A327-4614-A28E-8638E895C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10531-41B3-41EB-842D-86D89EAE9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97085-9DDB-45BA-8747-C8ECF00E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8FC74-6DAD-4B98-A0C0-5835D168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9EFDE-2AE6-4B2E-8B7B-17D5D7F3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80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19B7-1907-4334-8540-1815128C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A2874-FBEC-4D2E-805D-F8D44EFAE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C0852-F1CE-4E56-8FCF-AE7D8C2A7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3B48B-3D72-44CA-92B1-EF505F165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40577-D26D-404D-BD4E-FD3C3F0481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79754-2235-4D13-A75D-547AFC63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B0E3A-AE99-44C6-AC5A-C50BAD5A8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43C5A-8FDE-421F-B82C-3A5BFF3F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6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B5AC-C989-47D0-889F-85FFF33C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9CEFA-067C-4B9B-A02A-B9531B96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CAE97-AFD6-46ED-81E9-CBC28F62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DA464C-268B-4CCA-BCB3-0EBF6EF7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338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D5928-FD5D-48A5-9FFF-7303DA52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34AE5-0188-439D-9728-AE6F1A23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DFE39-926A-493F-8E07-0E107E44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936A-1BEF-47C1-99EA-C14B4F82B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6EF44-274F-4821-8647-18441625D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4109A-93DF-49BC-A7B3-97DA56EEB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FEDA3-5EF8-423B-A783-256F4BA27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B92F3-E7B7-4625-9CB9-F53FE5EC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B1656-41BD-462A-BA61-8FD16D63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50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3F7F-B3FB-4BF4-8CE9-0369A972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84068-583C-4417-8271-7B4C26B1E0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6596E-7919-4475-B32A-38CF8AA85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38B88-446E-4FE9-913D-4060D9DBF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91DFB-BF26-48D0-BE4A-EC813D24D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5ED6C-DCBE-48A0-BAF9-D7ED2169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5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3EE9-D54B-4B7C-BD0C-AC61768C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5166E-5FC6-44F5-AF5A-696149703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3E9EB-D460-4B7E-BECB-45DA84EC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41CF2-D7D4-4CB1-8577-27B5D50A6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60E5A-208E-437D-8EF7-3600CB121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3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E9A5B7-8BAF-49B2-B8B6-4AA1774C0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31D9A-20B0-4D0F-8796-A213D4630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2BC46-B290-428A-96B3-8F6AF844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07EFE-E55F-4219-BB47-4BC2CBAB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6D82D-9291-47A1-B0D9-2C7E4036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4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84C15-7988-48AF-9585-7FDDF9499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D503B-8A84-4073-B74F-926E23B6F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0CA31-CB80-45ED-A173-614F80983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D5B96-96DF-4B3A-9064-696AE38F7687}" type="datetimeFigureOut">
              <a:rPr lang="en-US" smtClean="0"/>
              <a:t>7/3/2024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0BCE0-69E8-4651-ADFE-BD514231C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2C9CD-A87E-4833-8029-D2DE70C0F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50147-7C9E-43B1-842C-2D04EA856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9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45AAF-BFE8-4AAA-A4DC-4CA1C0D051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Retours sur le CSI et prochaines aventures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BC5A9-4F3A-4D46-85DC-6A857F46D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97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3C16-3C75-4D93-BBA9-F1C2ACAA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 impressions sur le CSI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1D122-A1DE-4F7B-8BAE-E65C513D5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Globalement bien</a:t>
            </a:r>
          </a:p>
          <a:p>
            <a:endParaRPr lang="fr-FR" dirty="0"/>
          </a:p>
          <a:p>
            <a:r>
              <a:rPr lang="fr-FR" dirty="0"/>
              <a:t>Sur l’échange, je ne donnais pas d’éléments de réponse si je savais que je n’avais pas la réponse entière, parce que la réflexion n’est pas « aboutie », et je n’ai pas fait de choix bien arrêté.</a:t>
            </a:r>
          </a:p>
          <a:p>
            <a:endParaRPr lang="fr-FR" dirty="0"/>
          </a:p>
          <a:p>
            <a:r>
              <a:rPr lang="fr-FR" dirty="0"/>
              <a:t>Par ailleurs, il faut que je vous avoue que je ne sais pas travailler.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8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DAC8-4927-4D77-B161-D75F7316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Prochaines étapes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6C726-6710-41E1-A469-5AD9103A6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dirty="0"/>
              <a:t>Proposition projet étudiants INSA</a:t>
            </a:r>
          </a:p>
          <a:p>
            <a:endParaRPr lang="fr-FR" dirty="0"/>
          </a:p>
          <a:p>
            <a:r>
              <a:rPr lang="fr-FR" dirty="0"/>
              <a:t>Implémentation de la ramification (voir paramètres pris en compte)</a:t>
            </a:r>
          </a:p>
          <a:p>
            <a:endParaRPr lang="fr-FR" dirty="0"/>
          </a:p>
          <a:p>
            <a:r>
              <a:rPr lang="fr-FR" dirty="0"/>
              <a:t>Définir le modèle, entrées et sorties (tableau et figure) </a:t>
            </a:r>
          </a:p>
          <a:p>
            <a:r>
              <a:rPr lang="fr-FR" dirty="0"/>
              <a:t>Formaliser correctement le modèle et la contrainte sur la hauteur et le LAI (un peu de maths et choix des paramètres et des variables)</a:t>
            </a:r>
          </a:p>
          <a:p>
            <a:endParaRPr lang="fr-FR" dirty="0"/>
          </a:p>
          <a:p>
            <a:r>
              <a:rPr lang="fr-FR" dirty="0"/>
              <a:t>Déterminer les intervalles de paramètres pour le sorgho (littérature) </a:t>
            </a:r>
          </a:p>
          <a:p>
            <a:r>
              <a:rPr lang="fr-FR" dirty="0"/>
              <a:t>Déterminer les modifications à apporter pour le niébé et les implémenter + intervalles de paramètres</a:t>
            </a:r>
          </a:p>
          <a:p>
            <a:endParaRPr lang="fr-FR" dirty="0"/>
          </a:p>
          <a:p>
            <a:r>
              <a:rPr lang="fr-FR" dirty="0"/>
              <a:t>Design expérimental</a:t>
            </a:r>
          </a:p>
          <a:p>
            <a:r>
              <a:rPr lang="fr-FR" dirty="0"/>
              <a:t>Simulations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220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A049-4EE0-42A6-B36E-413AEEB6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Implémentation de la ramification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DF686C-B4E2-46FE-87A4-5F5E8D6AB3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54687"/>
              </p:ext>
            </p:extLst>
          </p:nvPr>
        </p:nvGraphicFramePr>
        <p:xfrm>
          <a:off x="838200" y="1825625"/>
          <a:ext cx="10515600" cy="338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581692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371780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728372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959198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7778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Tâche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Rendu / Résultat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Temps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échéance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Personnes ressources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057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Définir les paramètres concernés par la ramification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Tableau de paramètres (nom, unité, </a:t>
                      </a:r>
                      <a:r>
                        <a:rPr lang="fr-FR" dirty="0" err="1"/>
                        <a:t>etc</a:t>
                      </a:r>
                      <a:r>
                        <a:rPr lang="fr-FR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1/2j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Après les vacances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63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Rajouter des axes dans un MTG, prenant en compte les paramètres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slide</a:t>
                      </a:r>
                    </a:p>
                    <a:p>
                      <a:r>
                        <a:rPr lang="fr-FR" dirty="0"/>
                        <a:t>Image + lignes de 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Après les vacances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Christophe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5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848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57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A049-4EE0-42A6-B36E-413AEEB6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Définir le modèle, entrées et sorties (tableau et figure)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DF686C-B4E2-46FE-87A4-5F5E8D6AB3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2581692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3717805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728372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959198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7778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Tâche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Rendu / Résultat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Temps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échéance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Personnes ressources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057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922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63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5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848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424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DA66-8B57-4E7B-9F7E-265A37919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Formaliser correctement le modèle et la contrainte sur la hauteur et le LAI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09FAF5-0D7D-4630-9E6B-A78FF3901A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0060608"/>
              </p:ext>
            </p:extLst>
          </p:nvPr>
        </p:nvGraphicFramePr>
        <p:xfrm>
          <a:off x="838200" y="1825625"/>
          <a:ext cx="10515600" cy="878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09142105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515952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721666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770844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77764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Tâche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Rendu / Résultat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Temps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échéance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Personnes ressources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974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Modèle de croissance d’un entrenœud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Équations et animation</a:t>
                      </a:r>
                    </a:p>
                    <a:p>
                      <a:r>
                        <a:rPr lang="fr-FR" dirty="0"/>
                        <a:t>1 slide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Mardi 9/7 soir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60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Modèle de croissance de 2 entrenœuds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Équations et animation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Arbre de décision</a:t>
                      </a:r>
                      <a:endParaRPr lang="en-US" dirty="0"/>
                    </a:p>
                    <a:p>
                      <a:r>
                        <a:rPr lang="fr-FR" dirty="0"/>
                        <a:t>1 slide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Mercredi 10/7 soir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570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Modèle de croissance de n entrenœuds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Équations et animation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Arbre de décision</a:t>
                      </a:r>
                      <a:endParaRPr lang="en-US" dirty="0"/>
                    </a:p>
                    <a:p>
                      <a:r>
                        <a:rPr lang="fr-FR" dirty="0"/>
                        <a:t>1 slide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Vendredi 12/7 soir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706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Modèle de croissance d’une feuille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Équations et animation</a:t>
                      </a:r>
                      <a:endParaRPr lang="en-US" dirty="0"/>
                    </a:p>
                    <a:p>
                      <a:r>
                        <a:rPr lang="fr-FR" dirty="0"/>
                        <a:t>1 slide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Mardi 16/7 soir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346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Modèle de croissance de 2 feuilles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Équations et animation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Arbre de décision</a:t>
                      </a:r>
                      <a:endParaRPr lang="en-US" dirty="0"/>
                    </a:p>
                    <a:p>
                      <a:r>
                        <a:rPr lang="fr-FR" dirty="0"/>
                        <a:t>1 slide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Jeudi 18/7 soir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17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Raconter une histoire sur une plante entière (assemblage)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 slide</a:t>
                      </a:r>
                    </a:p>
                    <a:p>
                      <a:r>
                        <a:rPr lang="fr-FR" dirty="0"/>
                        <a:t>Animation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Vendredi 19/7 midi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208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Modèle de croissance de n feuilles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Équations et animation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Arbre de décision</a:t>
                      </a:r>
                      <a:endParaRPr lang="en-US" dirty="0"/>
                    </a:p>
                    <a:p>
                      <a:r>
                        <a:rPr lang="fr-FR" dirty="0"/>
                        <a:t>1 slide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Après les vacances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589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776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325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383</Words>
  <Application>Microsoft Office PowerPoint</Application>
  <PresentationFormat>Widescreen</PresentationFormat>
  <Paragraphs>92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Retours sur le CSI et prochaines aventures</vt:lpstr>
      <vt:lpstr>Mes impressions sur le CSI</vt:lpstr>
      <vt:lpstr>Prochaines étapes </vt:lpstr>
      <vt:lpstr>Implémentation de la ramification</vt:lpstr>
      <vt:lpstr>Définir le modèle, entrées et sorties (tableau et figure) </vt:lpstr>
      <vt:lpstr>Formaliser correctement le modèle et la contrainte sur la hauteur et le LAI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Retours sur le CSI et prochaines aventures</dc:title>
  <dc:creator>Oriane BRAUD</dc:creator>
  <cp:lastModifiedBy>Oriane BRAUD</cp:lastModifiedBy>
  <cp:revision>14</cp:revision>
  <dcterms:created xsi:type="dcterms:W3CDTF">2024-07-03T11:21:30Z</dcterms:created>
  <dcterms:modified xsi:type="dcterms:W3CDTF">2024-07-03T14:17:42Z</dcterms:modified>
</cp:coreProperties>
</file>