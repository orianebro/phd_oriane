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85" r:id="rId2"/>
    <p:sldId id="316" r:id="rId3"/>
    <p:sldId id="317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hilde DE FREITAS" initials="MDF" lastIdx="1" clrIdx="0">
    <p:extLst>
      <p:ext uri="{19B8F6BF-5375-455C-9EA6-DF929625EA0E}">
        <p15:presenceInfo xmlns:p15="http://schemas.microsoft.com/office/powerpoint/2012/main" userId="S::mathilde.de_freitas@cirad.fr::f713aa0f-18e7-4b5f-b37b-c52bf086945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  <a:srgbClr val="1A3C35"/>
    <a:srgbClr val="BBEE66"/>
    <a:srgbClr val="FFD39B"/>
    <a:srgbClr val="C5E0B4"/>
    <a:srgbClr val="EBF1E9"/>
    <a:srgbClr val="D5E3CF"/>
    <a:srgbClr val="D9D9D9"/>
    <a:srgbClr val="77EEC6"/>
    <a:srgbClr val="B4EE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744" autoAdjust="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lde DE FREITAS" userId="f713aa0f-18e7-4b5f-b37b-c52bf0869453" providerId="ADAL" clId="{F5748DFE-5111-44D7-A7C3-AE465B192A46}"/>
    <pc:docChg chg="delSld">
      <pc:chgData name="Mathilde DE FREITAS" userId="f713aa0f-18e7-4b5f-b37b-c52bf0869453" providerId="ADAL" clId="{F5748DFE-5111-44D7-A7C3-AE465B192A46}" dt="2024-03-06T17:07:47.212" v="36" actId="47"/>
      <pc:docMkLst>
        <pc:docMk/>
      </pc:docMkLst>
      <pc:sldChg chg="del">
        <pc:chgData name="Mathilde DE FREITAS" userId="f713aa0f-18e7-4b5f-b37b-c52bf0869453" providerId="ADAL" clId="{F5748DFE-5111-44D7-A7C3-AE465B192A46}" dt="2024-03-06T17:07:24.362" v="0" actId="47"/>
        <pc:sldMkLst>
          <pc:docMk/>
          <pc:sldMk cId="3192881992" sldId="256"/>
        </pc:sldMkLst>
      </pc:sldChg>
      <pc:sldChg chg="del">
        <pc:chgData name="Mathilde DE FREITAS" userId="f713aa0f-18e7-4b5f-b37b-c52bf0869453" providerId="ADAL" clId="{F5748DFE-5111-44D7-A7C3-AE465B192A46}" dt="2024-03-06T17:07:27.772" v="1" actId="47"/>
        <pc:sldMkLst>
          <pc:docMk/>
          <pc:sldMk cId="845102434" sldId="257"/>
        </pc:sldMkLst>
      </pc:sldChg>
      <pc:sldChg chg="del">
        <pc:chgData name="Mathilde DE FREITAS" userId="f713aa0f-18e7-4b5f-b37b-c52bf0869453" providerId="ADAL" clId="{F5748DFE-5111-44D7-A7C3-AE465B192A46}" dt="2024-03-06T17:07:40.213" v="5" actId="47"/>
        <pc:sldMkLst>
          <pc:docMk/>
          <pc:sldMk cId="3663846173" sldId="258"/>
        </pc:sldMkLst>
      </pc:sldChg>
      <pc:sldChg chg="del">
        <pc:chgData name="Mathilde DE FREITAS" userId="f713aa0f-18e7-4b5f-b37b-c52bf0869453" providerId="ADAL" clId="{F5748DFE-5111-44D7-A7C3-AE465B192A46}" dt="2024-03-06T17:07:40.673" v="6" actId="47"/>
        <pc:sldMkLst>
          <pc:docMk/>
          <pc:sldMk cId="2157370423" sldId="259"/>
        </pc:sldMkLst>
      </pc:sldChg>
      <pc:sldChg chg="del">
        <pc:chgData name="Mathilde DE FREITAS" userId="f713aa0f-18e7-4b5f-b37b-c52bf0869453" providerId="ADAL" clId="{F5748DFE-5111-44D7-A7C3-AE465B192A46}" dt="2024-03-06T17:07:45.701" v="33" actId="47"/>
        <pc:sldMkLst>
          <pc:docMk/>
          <pc:sldMk cId="1680217634" sldId="261"/>
        </pc:sldMkLst>
      </pc:sldChg>
      <pc:sldChg chg="del">
        <pc:chgData name="Mathilde DE FREITAS" userId="f713aa0f-18e7-4b5f-b37b-c52bf0869453" providerId="ADAL" clId="{F5748DFE-5111-44D7-A7C3-AE465B192A46}" dt="2024-03-06T17:07:42.895" v="20" actId="47"/>
        <pc:sldMkLst>
          <pc:docMk/>
          <pc:sldMk cId="3398620313" sldId="262"/>
        </pc:sldMkLst>
      </pc:sldChg>
      <pc:sldChg chg="del">
        <pc:chgData name="Mathilde DE FREITAS" userId="f713aa0f-18e7-4b5f-b37b-c52bf0869453" providerId="ADAL" clId="{F5748DFE-5111-44D7-A7C3-AE465B192A46}" dt="2024-03-06T17:07:42.072" v="15" actId="47"/>
        <pc:sldMkLst>
          <pc:docMk/>
          <pc:sldMk cId="3612237950" sldId="270"/>
        </pc:sldMkLst>
      </pc:sldChg>
      <pc:sldChg chg="del">
        <pc:chgData name="Mathilde DE FREITAS" userId="f713aa0f-18e7-4b5f-b37b-c52bf0869453" providerId="ADAL" clId="{F5748DFE-5111-44D7-A7C3-AE465B192A46}" dt="2024-03-06T17:07:42.242" v="16" actId="47"/>
        <pc:sldMkLst>
          <pc:docMk/>
          <pc:sldMk cId="640196776" sldId="271"/>
        </pc:sldMkLst>
      </pc:sldChg>
      <pc:sldChg chg="del">
        <pc:chgData name="Mathilde DE FREITAS" userId="f713aa0f-18e7-4b5f-b37b-c52bf0869453" providerId="ADAL" clId="{F5748DFE-5111-44D7-A7C3-AE465B192A46}" dt="2024-03-06T17:07:41.457" v="11" actId="47"/>
        <pc:sldMkLst>
          <pc:docMk/>
          <pc:sldMk cId="3047127085" sldId="274"/>
        </pc:sldMkLst>
      </pc:sldChg>
      <pc:sldChg chg="del">
        <pc:chgData name="Mathilde DE FREITAS" userId="f713aa0f-18e7-4b5f-b37b-c52bf0869453" providerId="ADAL" clId="{F5748DFE-5111-44D7-A7C3-AE465B192A46}" dt="2024-03-06T17:07:41.611" v="12" actId="47"/>
        <pc:sldMkLst>
          <pc:docMk/>
          <pc:sldMk cId="2716173000" sldId="275"/>
        </pc:sldMkLst>
      </pc:sldChg>
      <pc:sldChg chg="del">
        <pc:chgData name="Mathilde DE FREITAS" userId="f713aa0f-18e7-4b5f-b37b-c52bf0869453" providerId="ADAL" clId="{F5748DFE-5111-44D7-A7C3-AE465B192A46}" dt="2024-03-06T17:07:44.191" v="26" actId="47"/>
        <pc:sldMkLst>
          <pc:docMk/>
          <pc:sldMk cId="3007300223" sldId="276"/>
        </pc:sldMkLst>
      </pc:sldChg>
      <pc:sldChg chg="del">
        <pc:chgData name="Mathilde DE FREITAS" userId="f713aa0f-18e7-4b5f-b37b-c52bf0869453" providerId="ADAL" clId="{F5748DFE-5111-44D7-A7C3-AE465B192A46}" dt="2024-03-06T17:07:41.769" v="13" actId="47"/>
        <pc:sldMkLst>
          <pc:docMk/>
          <pc:sldMk cId="3406262085" sldId="277"/>
        </pc:sldMkLst>
      </pc:sldChg>
      <pc:sldChg chg="del">
        <pc:chgData name="Mathilde DE FREITAS" userId="f713aa0f-18e7-4b5f-b37b-c52bf0869453" providerId="ADAL" clId="{F5748DFE-5111-44D7-A7C3-AE465B192A46}" dt="2024-03-06T17:07:45.551" v="32" actId="47"/>
        <pc:sldMkLst>
          <pc:docMk/>
          <pc:sldMk cId="468142186" sldId="280"/>
        </pc:sldMkLst>
      </pc:sldChg>
      <pc:sldChg chg="del">
        <pc:chgData name="Mathilde DE FREITAS" userId="f713aa0f-18e7-4b5f-b37b-c52bf0869453" providerId="ADAL" clId="{F5748DFE-5111-44D7-A7C3-AE465B192A46}" dt="2024-03-06T17:07:28.362" v="2" actId="47"/>
        <pc:sldMkLst>
          <pc:docMk/>
          <pc:sldMk cId="4164933000" sldId="284"/>
        </pc:sldMkLst>
      </pc:sldChg>
      <pc:sldChg chg="del">
        <pc:chgData name="Mathilde DE FREITAS" userId="f713aa0f-18e7-4b5f-b37b-c52bf0869453" providerId="ADAL" clId="{F5748DFE-5111-44D7-A7C3-AE465B192A46}" dt="2024-03-06T17:07:40.054" v="4" actId="47"/>
        <pc:sldMkLst>
          <pc:docMk/>
          <pc:sldMk cId="1806158923" sldId="288"/>
        </pc:sldMkLst>
      </pc:sldChg>
      <pc:sldChg chg="del">
        <pc:chgData name="Mathilde DE FREITAS" userId="f713aa0f-18e7-4b5f-b37b-c52bf0869453" providerId="ADAL" clId="{F5748DFE-5111-44D7-A7C3-AE465B192A46}" dt="2024-03-06T17:07:39.421" v="3" actId="47"/>
        <pc:sldMkLst>
          <pc:docMk/>
          <pc:sldMk cId="4211639857" sldId="291"/>
        </pc:sldMkLst>
      </pc:sldChg>
      <pc:sldChg chg="del">
        <pc:chgData name="Mathilde DE FREITAS" userId="f713aa0f-18e7-4b5f-b37b-c52bf0869453" providerId="ADAL" clId="{F5748DFE-5111-44D7-A7C3-AE465B192A46}" dt="2024-03-06T17:07:40.701" v="8" actId="47"/>
        <pc:sldMkLst>
          <pc:docMk/>
          <pc:sldMk cId="2561107723" sldId="292"/>
        </pc:sldMkLst>
      </pc:sldChg>
      <pc:sldChg chg="del">
        <pc:chgData name="Mathilde DE FREITAS" userId="f713aa0f-18e7-4b5f-b37b-c52bf0869453" providerId="ADAL" clId="{F5748DFE-5111-44D7-A7C3-AE465B192A46}" dt="2024-03-06T17:07:40.690" v="7" actId="47"/>
        <pc:sldMkLst>
          <pc:docMk/>
          <pc:sldMk cId="3534197316" sldId="293"/>
        </pc:sldMkLst>
      </pc:sldChg>
      <pc:sldChg chg="del">
        <pc:chgData name="Mathilde DE FREITAS" userId="f713aa0f-18e7-4b5f-b37b-c52bf0869453" providerId="ADAL" clId="{F5748DFE-5111-44D7-A7C3-AE465B192A46}" dt="2024-03-06T17:07:40.799" v="9" actId="47"/>
        <pc:sldMkLst>
          <pc:docMk/>
          <pc:sldMk cId="4132543332" sldId="294"/>
        </pc:sldMkLst>
      </pc:sldChg>
      <pc:sldChg chg="del">
        <pc:chgData name="Mathilde DE FREITAS" userId="f713aa0f-18e7-4b5f-b37b-c52bf0869453" providerId="ADAL" clId="{F5748DFE-5111-44D7-A7C3-AE465B192A46}" dt="2024-03-06T17:07:40.938" v="10" actId="47"/>
        <pc:sldMkLst>
          <pc:docMk/>
          <pc:sldMk cId="3116555628" sldId="295"/>
        </pc:sldMkLst>
      </pc:sldChg>
      <pc:sldChg chg="del">
        <pc:chgData name="Mathilde DE FREITAS" userId="f713aa0f-18e7-4b5f-b37b-c52bf0869453" providerId="ADAL" clId="{F5748DFE-5111-44D7-A7C3-AE465B192A46}" dt="2024-03-06T17:07:41.912" v="14" actId="47"/>
        <pc:sldMkLst>
          <pc:docMk/>
          <pc:sldMk cId="1265747439" sldId="296"/>
        </pc:sldMkLst>
      </pc:sldChg>
      <pc:sldChg chg="del">
        <pc:chgData name="Mathilde DE FREITAS" userId="f713aa0f-18e7-4b5f-b37b-c52bf0869453" providerId="ADAL" clId="{F5748DFE-5111-44D7-A7C3-AE465B192A46}" dt="2024-03-06T17:07:45.082" v="29" actId="47"/>
        <pc:sldMkLst>
          <pc:docMk/>
          <pc:sldMk cId="2412203656" sldId="298"/>
        </pc:sldMkLst>
      </pc:sldChg>
      <pc:sldChg chg="del">
        <pc:chgData name="Mathilde DE FREITAS" userId="f713aa0f-18e7-4b5f-b37b-c52bf0869453" providerId="ADAL" clId="{F5748DFE-5111-44D7-A7C3-AE465B192A46}" dt="2024-03-06T17:07:44.042" v="25" actId="47"/>
        <pc:sldMkLst>
          <pc:docMk/>
          <pc:sldMk cId="1662481792" sldId="300"/>
        </pc:sldMkLst>
      </pc:sldChg>
      <pc:sldChg chg="del">
        <pc:chgData name="Mathilde DE FREITAS" userId="f713aa0f-18e7-4b5f-b37b-c52bf0869453" providerId="ADAL" clId="{F5748DFE-5111-44D7-A7C3-AE465B192A46}" dt="2024-03-06T17:07:44.361" v="27" actId="47"/>
        <pc:sldMkLst>
          <pc:docMk/>
          <pc:sldMk cId="3854375967" sldId="301"/>
        </pc:sldMkLst>
      </pc:sldChg>
      <pc:sldChg chg="del">
        <pc:chgData name="Mathilde DE FREITAS" userId="f713aa0f-18e7-4b5f-b37b-c52bf0869453" providerId="ADAL" clId="{F5748DFE-5111-44D7-A7C3-AE465B192A46}" dt="2024-03-06T17:07:45.857" v="34" actId="47"/>
        <pc:sldMkLst>
          <pc:docMk/>
          <pc:sldMk cId="837289423" sldId="303"/>
        </pc:sldMkLst>
      </pc:sldChg>
      <pc:sldChg chg="del">
        <pc:chgData name="Mathilde DE FREITAS" userId="f713aa0f-18e7-4b5f-b37b-c52bf0869453" providerId="ADAL" clId="{F5748DFE-5111-44D7-A7C3-AE465B192A46}" dt="2024-03-06T17:07:42.389" v="17" actId="47"/>
        <pc:sldMkLst>
          <pc:docMk/>
          <pc:sldMk cId="563226965" sldId="307"/>
        </pc:sldMkLst>
      </pc:sldChg>
      <pc:sldChg chg="del">
        <pc:chgData name="Mathilde DE FREITAS" userId="f713aa0f-18e7-4b5f-b37b-c52bf0869453" providerId="ADAL" clId="{F5748DFE-5111-44D7-A7C3-AE465B192A46}" dt="2024-03-06T17:07:45.311" v="30" actId="47"/>
        <pc:sldMkLst>
          <pc:docMk/>
          <pc:sldMk cId="2648116840" sldId="309"/>
        </pc:sldMkLst>
      </pc:sldChg>
      <pc:sldChg chg="del">
        <pc:chgData name="Mathilde DE FREITAS" userId="f713aa0f-18e7-4b5f-b37b-c52bf0869453" providerId="ADAL" clId="{F5748DFE-5111-44D7-A7C3-AE465B192A46}" dt="2024-03-06T17:07:42.531" v="18" actId="47"/>
        <pc:sldMkLst>
          <pc:docMk/>
          <pc:sldMk cId="1553130084" sldId="310"/>
        </pc:sldMkLst>
      </pc:sldChg>
      <pc:sldChg chg="del">
        <pc:chgData name="Mathilde DE FREITAS" userId="f713aa0f-18e7-4b5f-b37b-c52bf0869453" providerId="ADAL" clId="{F5748DFE-5111-44D7-A7C3-AE465B192A46}" dt="2024-03-06T17:07:43.222" v="21" actId="47"/>
        <pc:sldMkLst>
          <pc:docMk/>
          <pc:sldMk cId="2829781078" sldId="313"/>
        </pc:sldMkLst>
      </pc:sldChg>
      <pc:sldChg chg="del">
        <pc:chgData name="Mathilde DE FREITAS" userId="f713aa0f-18e7-4b5f-b37b-c52bf0869453" providerId="ADAL" clId="{F5748DFE-5111-44D7-A7C3-AE465B192A46}" dt="2024-03-06T17:07:43.511" v="22" actId="47"/>
        <pc:sldMkLst>
          <pc:docMk/>
          <pc:sldMk cId="1403047" sldId="314"/>
        </pc:sldMkLst>
      </pc:sldChg>
      <pc:sldChg chg="del">
        <pc:chgData name="Mathilde DE FREITAS" userId="f713aa0f-18e7-4b5f-b37b-c52bf0869453" providerId="ADAL" clId="{F5748DFE-5111-44D7-A7C3-AE465B192A46}" dt="2024-03-06T17:07:46.791" v="35" actId="47"/>
        <pc:sldMkLst>
          <pc:docMk/>
          <pc:sldMk cId="2296215354" sldId="316"/>
        </pc:sldMkLst>
      </pc:sldChg>
      <pc:sldChg chg="del">
        <pc:chgData name="Mathilde DE FREITAS" userId="f713aa0f-18e7-4b5f-b37b-c52bf0869453" providerId="ADAL" clId="{F5748DFE-5111-44D7-A7C3-AE465B192A46}" dt="2024-03-06T17:07:43.716" v="23" actId="47"/>
        <pc:sldMkLst>
          <pc:docMk/>
          <pc:sldMk cId="3320066352" sldId="317"/>
        </pc:sldMkLst>
      </pc:sldChg>
      <pc:sldChg chg="del">
        <pc:chgData name="Mathilde DE FREITAS" userId="f713aa0f-18e7-4b5f-b37b-c52bf0869453" providerId="ADAL" clId="{F5748DFE-5111-44D7-A7C3-AE465B192A46}" dt="2024-03-06T17:07:44.682" v="28" actId="47"/>
        <pc:sldMkLst>
          <pc:docMk/>
          <pc:sldMk cId="2933598946" sldId="318"/>
        </pc:sldMkLst>
      </pc:sldChg>
      <pc:sldChg chg="del">
        <pc:chgData name="Mathilde DE FREITAS" userId="f713aa0f-18e7-4b5f-b37b-c52bf0869453" providerId="ADAL" clId="{F5748DFE-5111-44D7-A7C3-AE465B192A46}" dt="2024-03-06T17:07:45.397" v="31" actId="47"/>
        <pc:sldMkLst>
          <pc:docMk/>
          <pc:sldMk cId="1741446439" sldId="319"/>
        </pc:sldMkLst>
      </pc:sldChg>
      <pc:sldChg chg="del">
        <pc:chgData name="Mathilde DE FREITAS" userId="f713aa0f-18e7-4b5f-b37b-c52bf0869453" providerId="ADAL" clId="{F5748DFE-5111-44D7-A7C3-AE465B192A46}" dt="2024-03-06T17:07:42.696" v="19" actId="47"/>
        <pc:sldMkLst>
          <pc:docMk/>
          <pc:sldMk cId="306121589" sldId="320"/>
        </pc:sldMkLst>
      </pc:sldChg>
      <pc:sldChg chg="del">
        <pc:chgData name="Mathilde DE FREITAS" userId="f713aa0f-18e7-4b5f-b37b-c52bf0869453" providerId="ADAL" clId="{F5748DFE-5111-44D7-A7C3-AE465B192A46}" dt="2024-03-06T17:07:43.872" v="24" actId="47"/>
        <pc:sldMkLst>
          <pc:docMk/>
          <pc:sldMk cId="3750880293" sldId="321"/>
        </pc:sldMkLst>
      </pc:sldChg>
      <pc:sldChg chg="del">
        <pc:chgData name="Mathilde DE FREITAS" userId="f713aa0f-18e7-4b5f-b37b-c52bf0869453" providerId="ADAL" clId="{F5748DFE-5111-44D7-A7C3-AE465B192A46}" dt="2024-03-06T17:07:47.212" v="36" actId="47"/>
        <pc:sldMkLst>
          <pc:docMk/>
          <pc:sldMk cId="2368797400" sldId="322"/>
        </pc:sldMkLst>
      </pc:sldChg>
    </pc:docChg>
  </pc:docChgLst>
  <pc:docChgLst>
    <pc:chgData name="Mathilde DE FREITAS" userId="f713aa0f-18e7-4b5f-b37b-c52bf0869453" providerId="ADAL" clId="{FA1137F4-D9EE-4F56-9441-49BDE014FC39}"/>
    <pc:docChg chg="undo custSel addSld delSld modSld">
      <pc:chgData name="Mathilde DE FREITAS" userId="f713aa0f-18e7-4b5f-b37b-c52bf0869453" providerId="ADAL" clId="{FA1137F4-D9EE-4F56-9441-49BDE014FC39}" dt="2024-03-13T16:14:23.271" v="107" actId="47"/>
      <pc:docMkLst>
        <pc:docMk/>
      </pc:docMkLst>
      <pc:sldChg chg="add del">
        <pc:chgData name="Mathilde DE FREITAS" userId="f713aa0f-18e7-4b5f-b37b-c52bf0869453" providerId="ADAL" clId="{FA1137F4-D9EE-4F56-9441-49BDE014FC39}" dt="2024-03-06T17:08:34" v="2" actId="47"/>
        <pc:sldMkLst>
          <pc:docMk/>
          <pc:sldMk cId="3924421514" sldId="283"/>
        </pc:sldMkLst>
      </pc:sldChg>
      <pc:sldChg chg="delSp mod">
        <pc:chgData name="Mathilde DE FREITAS" userId="f713aa0f-18e7-4b5f-b37b-c52bf0869453" providerId="ADAL" clId="{FA1137F4-D9EE-4F56-9441-49BDE014FC39}" dt="2024-03-06T17:09:37.555" v="11" actId="478"/>
        <pc:sldMkLst>
          <pc:docMk/>
          <pc:sldMk cId="1364481018" sldId="285"/>
        </pc:sldMkLst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6" creationId="{443F111E-3920-4E07-9380-0B48D4752110}"/>
          </ac:spMkLst>
        </pc:spChg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7" creationId="{1450F242-1130-4735-A9D6-115602471761}"/>
          </ac:spMkLst>
        </pc:spChg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8" creationId="{80323C98-FBF8-42C2-A19B-6379DBAB96CA}"/>
          </ac:spMkLst>
        </pc:spChg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9" creationId="{D0091A48-1577-42A0-BE55-B1E3CF6BD8CF}"/>
          </ac:spMkLst>
        </pc:spChg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10" creationId="{42BBC14B-0CF9-4023-869B-217AEECEF8D3}"/>
          </ac:spMkLst>
        </pc:spChg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11" creationId="{7DDABDEA-114B-442D-B80F-7A84E173F00C}"/>
          </ac:spMkLst>
        </pc:spChg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12" creationId="{D9FB0562-AADB-495B-8C70-9263003AC5C8}"/>
          </ac:spMkLst>
        </pc:spChg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13" creationId="{6F69D684-ED59-416C-BF2F-35A0D3FC3F5E}"/>
          </ac:spMkLst>
        </pc:spChg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14" creationId="{23E9E3B6-34FB-465F-8279-DA46BC52571C}"/>
          </ac:spMkLst>
        </pc:spChg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15" creationId="{9AB71A1F-0448-4A3B-AC6F-7A2BC3099C4C}"/>
          </ac:spMkLst>
        </pc:spChg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16" creationId="{81305C67-8DBA-4B6E-9EE3-54054DE6D1D7}"/>
          </ac:spMkLst>
        </pc:spChg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17" creationId="{B929BB90-7860-4721-A778-19DFE7E41E6B}"/>
          </ac:spMkLst>
        </pc:spChg>
        <pc:spChg chg="del">
          <ac:chgData name="Mathilde DE FREITAS" userId="f713aa0f-18e7-4b5f-b37b-c52bf0869453" providerId="ADAL" clId="{FA1137F4-D9EE-4F56-9441-49BDE014FC39}" dt="2024-03-06T17:09:37.555" v="11" actId="478"/>
          <ac:spMkLst>
            <pc:docMk/>
            <pc:sldMk cId="1364481018" sldId="285"/>
            <ac:spMk id="18" creationId="{CD24A903-A323-4C7C-8C7F-27B8273E75E5}"/>
          </ac:spMkLst>
        </pc:spChg>
        <pc:picChg chg="del">
          <ac:chgData name="Mathilde DE FREITAS" userId="f713aa0f-18e7-4b5f-b37b-c52bf0869453" providerId="ADAL" clId="{FA1137F4-D9EE-4F56-9441-49BDE014FC39}" dt="2024-03-06T17:09:12.722" v="7" actId="478"/>
          <ac:picMkLst>
            <pc:docMk/>
            <pc:sldMk cId="1364481018" sldId="285"/>
            <ac:picMk id="24" creationId="{77252B00-FE58-44DE-B94E-00B1C35DAF74}"/>
          </ac:picMkLst>
        </pc:picChg>
      </pc:sldChg>
      <pc:sldChg chg="delSp del mod">
        <pc:chgData name="Mathilde DE FREITAS" userId="f713aa0f-18e7-4b5f-b37b-c52bf0869453" providerId="ADAL" clId="{FA1137F4-D9EE-4F56-9441-49BDE014FC39}" dt="2024-03-13T16:14:23.271" v="107" actId="47"/>
        <pc:sldMkLst>
          <pc:docMk/>
          <pc:sldMk cId="4194994677" sldId="315"/>
        </pc:sldMkLst>
        <pc:spChg chg="del">
          <ac:chgData name="Mathilde DE FREITAS" userId="f713aa0f-18e7-4b5f-b37b-c52bf0869453" providerId="ADAL" clId="{FA1137F4-D9EE-4F56-9441-49BDE014FC39}" dt="2024-03-06T17:10:02.972" v="16" actId="478"/>
          <ac:spMkLst>
            <pc:docMk/>
            <pc:sldMk cId="4194994677" sldId="315"/>
            <ac:spMk id="5" creationId="{6D574F3D-5EAE-FC86-9CE7-F13A7BB98BD4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6" creationId="{443F111E-3920-4E07-9380-0B48D4752110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7" creationId="{1450F242-1130-4735-A9D6-115602471761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8" creationId="{80323C98-FBF8-42C2-A19B-6379DBAB96CA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9" creationId="{D0091A48-1577-42A0-BE55-B1E3CF6BD8CF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10" creationId="{42BBC14B-0CF9-4023-869B-217AEECEF8D3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11" creationId="{7DDABDEA-114B-442D-B80F-7A84E173F00C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12" creationId="{D9FB0562-AADB-495B-8C70-9263003AC5C8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13" creationId="{6F69D684-ED59-416C-BF2F-35A0D3FC3F5E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14" creationId="{23E9E3B6-34FB-465F-8279-DA46BC52571C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15" creationId="{9AB71A1F-0448-4A3B-AC6F-7A2BC3099C4C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16" creationId="{81305C67-8DBA-4B6E-9EE3-54054DE6D1D7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17" creationId="{B929BB90-7860-4721-A778-19DFE7E41E6B}"/>
          </ac:spMkLst>
        </pc:spChg>
        <pc:spChg chg="del">
          <ac:chgData name="Mathilde DE FREITAS" userId="f713aa0f-18e7-4b5f-b37b-c52bf0869453" providerId="ADAL" clId="{FA1137F4-D9EE-4F56-9441-49BDE014FC39}" dt="2024-03-06T17:09:41.583" v="12" actId="478"/>
          <ac:spMkLst>
            <pc:docMk/>
            <pc:sldMk cId="4194994677" sldId="315"/>
            <ac:spMk id="18" creationId="{CD24A903-A323-4C7C-8C7F-27B8273E75E5}"/>
          </ac:spMkLst>
        </pc:spChg>
        <pc:spChg chg="del">
          <ac:chgData name="Mathilde DE FREITAS" userId="f713aa0f-18e7-4b5f-b37b-c52bf0869453" providerId="ADAL" clId="{FA1137F4-D9EE-4F56-9441-49BDE014FC39}" dt="2024-03-06T17:10:02.972" v="16" actId="478"/>
          <ac:spMkLst>
            <pc:docMk/>
            <pc:sldMk cId="4194994677" sldId="315"/>
            <ac:spMk id="19" creationId="{821A98DE-CED6-0430-01F1-5DB10C050C64}"/>
          </ac:spMkLst>
        </pc:spChg>
        <pc:spChg chg="del">
          <ac:chgData name="Mathilde DE FREITAS" userId="f713aa0f-18e7-4b5f-b37b-c52bf0869453" providerId="ADAL" clId="{FA1137F4-D9EE-4F56-9441-49BDE014FC39}" dt="2024-03-06T17:10:02.972" v="16" actId="478"/>
          <ac:spMkLst>
            <pc:docMk/>
            <pc:sldMk cId="4194994677" sldId="315"/>
            <ac:spMk id="20" creationId="{EBA175F2-4CA7-7FE8-A945-6A396C26F019}"/>
          </ac:spMkLst>
        </pc:spChg>
        <pc:picChg chg="del">
          <ac:chgData name="Mathilde DE FREITAS" userId="f713aa0f-18e7-4b5f-b37b-c52bf0869453" providerId="ADAL" clId="{FA1137F4-D9EE-4F56-9441-49BDE014FC39}" dt="2024-03-06T17:10:02.972" v="16" actId="478"/>
          <ac:picMkLst>
            <pc:docMk/>
            <pc:sldMk cId="4194994677" sldId="315"/>
            <ac:picMk id="4" creationId="{1B1F306D-C5E0-C7E9-34C2-34B54975B10A}"/>
          </ac:picMkLst>
        </pc:picChg>
      </pc:sldChg>
      <pc:sldChg chg="addSp delSp modSp new mod">
        <pc:chgData name="Mathilde DE FREITAS" userId="f713aa0f-18e7-4b5f-b37b-c52bf0869453" providerId="ADAL" clId="{FA1137F4-D9EE-4F56-9441-49BDE014FC39}" dt="2024-03-06T17:09:58.867" v="15" actId="1076"/>
        <pc:sldMkLst>
          <pc:docMk/>
          <pc:sldMk cId="1803790034" sldId="316"/>
        </pc:sldMkLst>
        <pc:spChg chg="add del mod">
          <ac:chgData name="Mathilde DE FREITAS" userId="f713aa0f-18e7-4b5f-b37b-c52bf0869453" providerId="ADAL" clId="{FA1137F4-D9EE-4F56-9441-49BDE014FC39}" dt="2024-03-06T17:09:34.402" v="10" actId="478"/>
          <ac:spMkLst>
            <pc:docMk/>
            <pc:sldMk cId="1803790034" sldId="316"/>
            <ac:spMk id="3" creationId="{38F3E144-BBC6-4A89-A999-67BFE4396934}"/>
          </ac:spMkLst>
        </pc:spChg>
        <pc:spChg chg="add del mod">
          <ac:chgData name="Mathilde DE FREITAS" userId="f713aa0f-18e7-4b5f-b37b-c52bf0869453" providerId="ADAL" clId="{FA1137F4-D9EE-4F56-9441-49BDE014FC39}" dt="2024-03-06T17:09:34.402" v="10" actId="478"/>
          <ac:spMkLst>
            <pc:docMk/>
            <pc:sldMk cId="1803790034" sldId="316"/>
            <ac:spMk id="4" creationId="{D7B119EC-DD5F-4C4D-ACBF-85F2DAE5D2B3}"/>
          </ac:spMkLst>
        </pc:spChg>
        <pc:spChg chg="add del mod">
          <ac:chgData name="Mathilde DE FREITAS" userId="f713aa0f-18e7-4b5f-b37b-c52bf0869453" providerId="ADAL" clId="{FA1137F4-D9EE-4F56-9441-49BDE014FC39}" dt="2024-03-06T17:09:34.402" v="10" actId="478"/>
          <ac:spMkLst>
            <pc:docMk/>
            <pc:sldMk cId="1803790034" sldId="316"/>
            <ac:spMk id="5" creationId="{312EF476-EA5A-486E-B24B-CD9057A1B7E3}"/>
          </ac:spMkLst>
        </pc:spChg>
        <pc:spChg chg="add del mod">
          <ac:chgData name="Mathilde DE FREITAS" userId="f713aa0f-18e7-4b5f-b37b-c52bf0869453" providerId="ADAL" clId="{FA1137F4-D9EE-4F56-9441-49BDE014FC39}" dt="2024-03-06T17:09:34.402" v="10" actId="478"/>
          <ac:spMkLst>
            <pc:docMk/>
            <pc:sldMk cId="1803790034" sldId="316"/>
            <ac:spMk id="6" creationId="{33CD4057-FB87-4B89-B186-96851B00FC08}"/>
          </ac:spMkLst>
        </pc:spChg>
        <pc:spChg chg="add del mod">
          <ac:chgData name="Mathilde DE FREITAS" userId="f713aa0f-18e7-4b5f-b37b-c52bf0869453" providerId="ADAL" clId="{FA1137F4-D9EE-4F56-9441-49BDE014FC39}" dt="2024-03-06T17:09:34.402" v="10" actId="478"/>
          <ac:spMkLst>
            <pc:docMk/>
            <pc:sldMk cId="1803790034" sldId="316"/>
            <ac:spMk id="7" creationId="{5980748A-F188-401E-8BEC-CE5D3A87E9EA}"/>
          </ac:spMkLst>
        </pc:spChg>
        <pc:spChg chg="add del mod">
          <ac:chgData name="Mathilde DE FREITAS" userId="f713aa0f-18e7-4b5f-b37b-c52bf0869453" providerId="ADAL" clId="{FA1137F4-D9EE-4F56-9441-49BDE014FC39}" dt="2024-03-06T17:09:34.402" v="10" actId="478"/>
          <ac:spMkLst>
            <pc:docMk/>
            <pc:sldMk cId="1803790034" sldId="316"/>
            <ac:spMk id="8" creationId="{15D30A84-B103-4008-9AD9-4808D7E9F2C4}"/>
          </ac:spMkLst>
        </pc:spChg>
        <pc:spChg chg="add del mod">
          <ac:chgData name="Mathilde DE FREITAS" userId="f713aa0f-18e7-4b5f-b37b-c52bf0869453" providerId="ADAL" clId="{FA1137F4-D9EE-4F56-9441-49BDE014FC39}" dt="2024-03-06T17:09:34.402" v="10" actId="478"/>
          <ac:spMkLst>
            <pc:docMk/>
            <pc:sldMk cId="1803790034" sldId="316"/>
            <ac:spMk id="9" creationId="{5C4BD153-2F60-4585-87A1-91B2208844AB}"/>
          </ac:spMkLst>
        </pc:spChg>
        <pc:spChg chg="add del mod">
          <ac:chgData name="Mathilde DE FREITAS" userId="f713aa0f-18e7-4b5f-b37b-c52bf0869453" providerId="ADAL" clId="{FA1137F4-D9EE-4F56-9441-49BDE014FC39}" dt="2024-03-06T17:09:34.402" v="10" actId="478"/>
          <ac:spMkLst>
            <pc:docMk/>
            <pc:sldMk cId="1803790034" sldId="316"/>
            <ac:spMk id="10" creationId="{C49680DE-05BB-4AFF-9C88-3929F48E8D8B}"/>
          </ac:spMkLst>
        </pc:spChg>
        <pc:spChg chg="add del mod">
          <ac:chgData name="Mathilde DE FREITAS" userId="f713aa0f-18e7-4b5f-b37b-c52bf0869453" providerId="ADAL" clId="{FA1137F4-D9EE-4F56-9441-49BDE014FC39}" dt="2024-03-06T17:09:34.402" v="10" actId="478"/>
          <ac:spMkLst>
            <pc:docMk/>
            <pc:sldMk cId="1803790034" sldId="316"/>
            <ac:spMk id="11" creationId="{2B9FFA40-AEB5-411A-8A92-2D5BFA4606CE}"/>
          </ac:spMkLst>
        </pc:spChg>
        <pc:spChg chg="add del mod">
          <ac:chgData name="Mathilde DE FREITAS" userId="f713aa0f-18e7-4b5f-b37b-c52bf0869453" providerId="ADAL" clId="{FA1137F4-D9EE-4F56-9441-49BDE014FC39}" dt="2024-03-06T17:09:34.402" v="10" actId="478"/>
          <ac:spMkLst>
            <pc:docMk/>
            <pc:sldMk cId="1803790034" sldId="316"/>
            <ac:spMk id="12" creationId="{C7E0273E-1A1E-40A4-923C-B7CEABD2A229}"/>
          </ac:spMkLst>
        </pc:spChg>
        <pc:spChg chg="add del mod">
          <ac:chgData name="Mathilde DE FREITAS" userId="f713aa0f-18e7-4b5f-b37b-c52bf0869453" providerId="ADAL" clId="{FA1137F4-D9EE-4F56-9441-49BDE014FC39}" dt="2024-03-06T17:09:34.402" v="10" actId="478"/>
          <ac:spMkLst>
            <pc:docMk/>
            <pc:sldMk cId="1803790034" sldId="316"/>
            <ac:spMk id="13" creationId="{381E2034-FBF1-4A86-B9FF-D4768E561E26}"/>
          </ac:spMkLst>
        </pc:spChg>
        <pc:spChg chg="add mod">
          <ac:chgData name="Mathilde DE FREITAS" userId="f713aa0f-18e7-4b5f-b37b-c52bf0869453" providerId="ADAL" clId="{FA1137F4-D9EE-4F56-9441-49BDE014FC39}" dt="2024-03-06T17:09:31.093" v="9"/>
          <ac:spMkLst>
            <pc:docMk/>
            <pc:sldMk cId="1803790034" sldId="316"/>
            <ac:spMk id="14" creationId="{7ECE5EF0-C78A-4290-86F9-94DA499BCE6B}"/>
          </ac:spMkLst>
        </pc:spChg>
        <pc:spChg chg="add del mod">
          <ac:chgData name="Mathilde DE FREITAS" userId="f713aa0f-18e7-4b5f-b37b-c52bf0869453" providerId="ADAL" clId="{FA1137F4-D9EE-4F56-9441-49BDE014FC39}" dt="2024-03-06T17:09:34.402" v="10" actId="478"/>
          <ac:spMkLst>
            <pc:docMk/>
            <pc:sldMk cId="1803790034" sldId="316"/>
            <ac:spMk id="15" creationId="{0AA9B0C8-148B-4366-BD28-081DB57DAC03}"/>
          </ac:spMkLst>
        </pc:spChg>
        <pc:spChg chg="add mod">
          <ac:chgData name="Mathilde DE FREITAS" userId="f713aa0f-18e7-4b5f-b37b-c52bf0869453" providerId="ADAL" clId="{FA1137F4-D9EE-4F56-9441-49BDE014FC39}" dt="2024-03-06T17:09:31.093" v="9"/>
          <ac:spMkLst>
            <pc:docMk/>
            <pc:sldMk cId="1803790034" sldId="316"/>
            <ac:spMk id="16" creationId="{6D09C0CC-4ECA-4EC9-BC7C-D5FE53DE4FA5}"/>
          </ac:spMkLst>
        </pc:spChg>
        <pc:spChg chg="add mod">
          <ac:chgData name="Mathilde DE FREITAS" userId="f713aa0f-18e7-4b5f-b37b-c52bf0869453" providerId="ADAL" clId="{FA1137F4-D9EE-4F56-9441-49BDE014FC39}" dt="2024-03-06T17:09:31.093" v="9"/>
          <ac:spMkLst>
            <pc:docMk/>
            <pc:sldMk cId="1803790034" sldId="316"/>
            <ac:spMk id="17" creationId="{8029B82B-B360-47FA-9FC7-6AFB43BDA5FB}"/>
          </ac:spMkLst>
        </pc:spChg>
        <pc:spChg chg="add mod">
          <ac:chgData name="Mathilde DE FREITAS" userId="f713aa0f-18e7-4b5f-b37b-c52bf0869453" providerId="ADAL" clId="{FA1137F4-D9EE-4F56-9441-49BDE014FC39}" dt="2024-03-06T17:09:31.093" v="9"/>
          <ac:spMkLst>
            <pc:docMk/>
            <pc:sldMk cId="1803790034" sldId="316"/>
            <ac:spMk id="18" creationId="{AF5C3557-5336-4A05-985B-6F2072CBAA66}"/>
          </ac:spMkLst>
        </pc:spChg>
        <pc:spChg chg="add del mod">
          <ac:chgData name="Mathilde DE FREITAS" userId="f713aa0f-18e7-4b5f-b37b-c52bf0869453" providerId="ADAL" clId="{FA1137F4-D9EE-4F56-9441-49BDE014FC39}" dt="2024-03-06T17:09:46.905" v="13" actId="478"/>
          <ac:spMkLst>
            <pc:docMk/>
            <pc:sldMk cId="1803790034" sldId="316"/>
            <ac:spMk id="25" creationId="{3CF250C6-782A-49E4-B195-3504139CFAFE}"/>
          </ac:spMkLst>
        </pc:spChg>
        <pc:spChg chg="add del mod">
          <ac:chgData name="Mathilde DE FREITAS" userId="f713aa0f-18e7-4b5f-b37b-c52bf0869453" providerId="ADAL" clId="{FA1137F4-D9EE-4F56-9441-49BDE014FC39}" dt="2024-03-06T17:09:46.905" v="13" actId="478"/>
          <ac:spMkLst>
            <pc:docMk/>
            <pc:sldMk cId="1803790034" sldId="316"/>
            <ac:spMk id="26" creationId="{F0B419F4-6DE6-48F0-A608-B3C269D2D9DB}"/>
          </ac:spMkLst>
        </pc:spChg>
        <pc:spChg chg="add del mod">
          <ac:chgData name="Mathilde DE FREITAS" userId="f713aa0f-18e7-4b5f-b37b-c52bf0869453" providerId="ADAL" clId="{FA1137F4-D9EE-4F56-9441-49BDE014FC39}" dt="2024-03-06T17:09:46.905" v="13" actId="478"/>
          <ac:spMkLst>
            <pc:docMk/>
            <pc:sldMk cId="1803790034" sldId="316"/>
            <ac:spMk id="27" creationId="{1E36CA14-5924-4059-93AD-2EA304C849E8}"/>
          </ac:spMkLst>
        </pc:spChg>
        <pc:spChg chg="add del mod">
          <ac:chgData name="Mathilde DE FREITAS" userId="f713aa0f-18e7-4b5f-b37b-c52bf0869453" providerId="ADAL" clId="{FA1137F4-D9EE-4F56-9441-49BDE014FC39}" dt="2024-03-06T17:09:46.905" v="13" actId="478"/>
          <ac:spMkLst>
            <pc:docMk/>
            <pc:sldMk cId="1803790034" sldId="316"/>
            <ac:spMk id="28" creationId="{79EAE5FA-1AD1-4485-B665-043D32F6682C}"/>
          </ac:spMkLst>
        </pc:spChg>
        <pc:spChg chg="add del mod">
          <ac:chgData name="Mathilde DE FREITAS" userId="f713aa0f-18e7-4b5f-b37b-c52bf0869453" providerId="ADAL" clId="{FA1137F4-D9EE-4F56-9441-49BDE014FC39}" dt="2024-03-06T17:09:46.905" v="13" actId="478"/>
          <ac:spMkLst>
            <pc:docMk/>
            <pc:sldMk cId="1803790034" sldId="316"/>
            <ac:spMk id="29" creationId="{4738683B-A20B-49D1-AD4F-A0ACC193AC65}"/>
          </ac:spMkLst>
        </pc:spChg>
        <pc:spChg chg="add del mod">
          <ac:chgData name="Mathilde DE FREITAS" userId="f713aa0f-18e7-4b5f-b37b-c52bf0869453" providerId="ADAL" clId="{FA1137F4-D9EE-4F56-9441-49BDE014FC39}" dt="2024-03-06T17:09:46.905" v="13" actId="478"/>
          <ac:spMkLst>
            <pc:docMk/>
            <pc:sldMk cId="1803790034" sldId="316"/>
            <ac:spMk id="30" creationId="{5083403E-773E-4535-B5B1-012DCA5D52F5}"/>
          </ac:spMkLst>
        </pc:spChg>
        <pc:spChg chg="add mod">
          <ac:chgData name="Mathilde DE FREITAS" userId="f713aa0f-18e7-4b5f-b37b-c52bf0869453" providerId="ADAL" clId="{FA1137F4-D9EE-4F56-9441-49BDE014FC39}" dt="2024-03-06T17:09:31.093" v="9"/>
          <ac:spMkLst>
            <pc:docMk/>
            <pc:sldMk cId="1803790034" sldId="316"/>
            <ac:spMk id="31" creationId="{67A1EC84-1E2C-45D1-BCD0-224152B75171}"/>
          </ac:spMkLst>
        </pc:spChg>
        <pc:spChg chg="add mod">
          <ac:chgData name="Mathilde DE FREITAS" userId="f713aa0f-18e7-4b5f-b37b-c52bf0869453" providerId="ADAL" clId="{FA1137F4-D9EE-4F56-9441-49BDE014FC39}" dt="2024-03-06T17:09:31.093" v="9"/>
          <ac:spMkLst>
            <pc:docMk/>
            <pc:sldMk cId="1803790034" sldId="316"/>
            <ac:spMk id="32" creationId="{B5DADA2E-A6BC-4371-A490-6A94122313F5}"/>
          </ac:spMkLst>
        </pc:spChg>
        <pc:spChg chg="add mod">
          <ac:chgData name="Mathilde DE FREITAS" userId="f713aa0f-18e7-4b5f-b37b-c52bf0869453" providerId="ADAL" clId="{FA1137F4-D9EE-4F56-9441-49BDE014FC39}" dt="2024-03-06T17:09:58.867" v="15" actId="1076"/>
          <ac:spMkLst>
            <pc:docMk/>
            <pc:sldMk cId="1803790034" sldId="316"/>
            <ac:spMk id="34" creationId="{E265BA53-B65D-4488-BCD8-16EE4E09BCF3}"/>
          </ac:spMkLst>
        </pc:spChg>
        <pc:spChg chg="add mod">
          <ac:chgData name="Mathilde DE FREITAS" userId="f713aa0f-18e7-4b5f-b37b-c52bf0869453" providerId="ADAL" clId="{FA1137F4-D9EE-4F56-9441-49BDE014FC39}" dt="2024-03-06T17:09:58.867" v="15" actId="1076"/>
          <ac:spMkLst>
            <pc:docMk/>
            <pc:sldMk cId="1803790034" sldId="316"/>
            <ac:spMk id="35" creationId="{900A501E-E8D6-416D-808D-42F9B4CD1365}"/>
          </ac:spMkLst>
        </pc:spChg>
        <pc:spChg chg="add mod">
          <ac:chgData name="Mathilde DE FREITAS" userId="f713aa0f-18e7-4b5f-b37b-c52bf0869453" providerId="ADAL" clId="{FA1137F4-D9EE-4F56-9441-49BDE014FC39}" dt="2024-03-06T17:09:58.867" v="15" actId="1076"/>
          <ac:spMkLst>
            <pc:docMk/>
            <pc:sldMk cId="1803790034" sldId="316"/>
            <ac:spMk id="36" creationId="{8747E1FB-703D-4ACE-AB6F-0A478162BE94}"/>
          </ac:spMkLst>
        </pc:spChg>
        <pc:picChg chg="add del mod">
          <ac:chgData name="Mathilde DE FREITAS" userId="f713aa0f-18e7-4b5f-b37b-c52bf0869453" providerId="ADAL" clId="{FA1137F4-D9EE-4F56-9441-49BDE014FC39}" dt="2024-03-06T17:09:30.712" v="8" actId="478"/>
          <ac:picMkLst>
            <pc:docMk/>
            <pc:sldMk cId="1803790034" sldId="316"/>
            <ac:picMk id="2" creationId="{4F566918-13CC-4322-ACD4-9D887760E790}"/>
          </ac:picMkLst>
        </pc:picChg>
        <pc:picChg chg="add del mod">
          <ac:chgData name="Mathilde DE FREITAS" userId="f713aa0f-18e7-4b5f-b37b-c52bf0869453" providerId="ADAL" clId="{FA1137F4-D9EE-4F56-9441-49BDE014FC39}" dt="2024-03-06T17:09:46.905" v="13" actId="478"/>
          <ac:picMkLst>
            <pc:docMk/>
            <pc:sldMk cId="1803790034" sldId="316"/>
            <ac:picMk id="19" creationId="{581DDD74-D369-436E-BE72-1F26DD52CF02}"/>
          </ac:picMkLst>
        </pc:picChg>
        <pc:picChg chg="add del mod">
          <ac:chgData name="Mathilde DE FREITAS" userId="f713aa0f-18e7-4b5f-b37b-c52bf0869453" providerId="ADAL" clId="{FA1137F4-D9EE-4F56-9441-49BDE014FC39}" dt="2024-03-06T17:09:46.905" v="13" actId="478"/>
          <ac:picMkLst>
            <pc:docMk/>
            <pc:sldMk cId="1803790034" sldId="316"/>
            <ac:picMk id="20" creationId="{EBEAFB3D-6930-4B07-B603-6A716E3E873E}"/>
          </ac:picMkLst>
        </pc:picChg>
        <pc:picChg chg="add del mod">
          <ac:chgData name="Mathilde DE FREITAS" userId="f713aa0f-18e7-4b5f-b37b-c52bf0869453" providerId="ADAL" clId="{FA1137F4-D9EE-4F56-9441-49BDE014FC39}" dt="2024-03-06T17:09:46.905" v="13" actId="478"/>
          <ac:picMkLst>
            <pc:docMk/>
            <pc:sldMk cId="1803790034" sldId="316"/>
            <ac:picMk id="21" creationId="{AA05F8F2-B31E-49C6-A234-EEFB13B31F2F}"/>
          </ac:picMkLst>
        </pc:picChg>
        <pc:picChg chg="add del mod">
          <ac:chgData name="Mathilde DE FREITAS" userId="f713aa0f-18e7-4b5f-b37b-c52bf0869453" providerId="ADAL" clId="{FA1137F4-D9EE-4F56-9441-49BDE014FC39}" dt="2024-03-06T17:09:46.905" v="13" actId="478"/>
          <ac:picMkLst>
            <pc:docMk/>
            <pc:sldMk cId="1803790034" sldId="316"/>
            <ac:picMk id="22" creationId="{58D91C81-4DD3-4C3C-9D96-84DB3A55127E}"/>
          </ac:picMkLst>
        </pc:picChg>
        <pc:picChg chg="add del mod">
          <ac:chgData name="Mathilde DE FREITAS" userId="f713aa0f-18e7-4b5f-b37b-c52bf0869453" providerId="ADAL" clId="{FA1137F4-D9EE-4F56-9441-49BDE014FC39}" dt="2024-03-06T17:09:46.905" v="13" actId="478"/>
          <ac:picMkLst>
            <pc:docMk/>
            <pc:sldMk cId="1803790034" sldId="316"/>
            <ac:picMk id="23" creationId="{E3DC4076-000F-4686-A25D-F12331B872DE}"/>
          </ac:picMkLst>
        </pc:picChg>
        <pc:picChg chg="add del mod">
          <ac:chgData name="Mathilde DE FREITAS" userId="f713aa0f-18e7-4b5f-b37b-c52bf0869453" providerId="ADAL" clId="{FA1137F4-D9EE-4F56-9441-49BDE014FC39}" dt="2024-03-06T17:09:46.905" v="13" actId="478"/>
          <ac:picMkLst>
            <pc:docMk/>
            <pc:sldMk cId="1803790034" sldId="316"/>
            <ac:picMk id="24" creationId="{1A9AAC41-2AD4-4568-A5E7-F271677797E8}"/>
          </ac:picMkLst>
        </pc:picChg>
        <pc:picChg chg="add mod">
          <ac:chgData name="Mathilde DE FREITAS" userId="f713aa0f-18e7-4b5f-b37b-c52bf0869453" providerId="ADAL" clId="{FA1137F4-D9EE-4F56-9441-49BDE014FC39}" dt="2024-03-06T17:09:58.867" v="15" actId="1076"/>
          <ac:picMkLst>
            <pc:docMk/>
            <pc:sldMk cId="1803790034" sldId="316"/>
            <ac:picMk id="33" creationId="{2731ABC9-319A-495D-B4BF-4E928000B698}"/>
          </ac:picMkLst>
        </pc:picChg>
      </pc:sldChg>
      <pc:sldChg chg="modSp add mod">
        <pc:chgData name="Mathilde DE FREITAS" userId="f713aa0f-18e7-4b5f-b37b-c52bf0869453" providerId="ADAL" clId="{FA1137F4-D9EE-4F56-9441-49BDE014FC39}" dt="2024-03-13T14:03:06.829" v="106" actId="20577"/>
        <pc:sldMkLst>
          <pc:docMk/>
          <pc:sldMk cId="3303863824" sldId="317"/>
        </pc:sldMkLst>
        <pc:spChg chg="mod">
          <ac:chgData name="Mathilde DE FREITAS" userId="f713aa0f-18e7-4b5f-b37b-c52bf0869453" providerId="ADAL" clId="{FA1137F4-D9EE-4F56-9441-49BDE014FC39}" dt="2024-03-13T14:03:06.829" v="106" actId="20577"/>
          <ac:spMkLst>
            <pc:docMk/>
            <pc:sldMk cId="3303863824" sldId="317"/>
            <ac:spMk id="16" creationId="{6D09C0CC-4ECA-4EC9-BC7C-D5FE53DE4FA5}"/>
          </ac:spMkLst>
        </pc:spChg>
        <pc:spChg chg="mod">
          <ac:chgData name="Mathilde DE FREITAS" userId="f713aa0f-18e7-4b5f-b37b-c52bf0869453" providerId="ADAL" clId="{FA1137F4-D9EE-4F56-9441-49BDE014FC39}" dt="2024-03-13T14:02:59.572" v="85" actId="20577"/>
          <ac:spMkLst>
            <pc:docMk/>
            <pc:sldMk cId="3303863824" sldId="317"/>
            <ac:spMk id="17" creationId="{8029B82B-B360-47FA-9FC7-6AFB43BDA5F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2T15:04:01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1630 24575,'-4'-1'0,"0"-1"0,0 1 0,1-1 0,-1 1 0,0-1 0,1 0 0,-1-1 0,1 1 0,0-1 0,-6-5 0,-17-11 0,17 14 0,1 0 0,-1-1 0,1 0 0,0-1 0,0 0 0,1 0 0,-12-15 0,7 6 0,0-1 0,-18-35 0,26 39 0,0 0 0,1 0 0,0 0 0,-1-23 0,3 24 0,0 0 0,1 0 0,1 0 0,0-1 0,0 2 0,1-1 0,1 0 0,0 0 0,5-11 0,-6 18 0,0 0 0,0 0 0,0 0 0,1 1 0,0-1 0,0 1 0,0-1 0,0 1 0,1 0 0,-1 1 0,9-7 0,12-13 0,-15 14 0,1 1 0,-1 0 0,1 0 0,17-9 0,-15 10 0,-1-1 0,0 0 0,14-14 0,1-1 0,-8 7 0,-1-1 0,22-28 0,-37 42 0,10-14 0,0-1 0,-1-1 0,12-30 0,-19 42 0,0-4 0,0 0 0,-1 0 0,0 0 0,-1 0 0,0 0 0,1-19 0,-2-1 0,-5-37 0,3 57 0,-1 0 0,0 0 0,-1 0 0,0 1 0,-1-1 0,0 1 0,-1 0 0,0 0 0,-9-13 0,-57-99 0,64 110 0,0 0 0,-15-18 0,16 23 0,-2-2 0,0 0 0,-18-15 0,-10-9 0,26 23 0,0-1 0,1 0 0,1-1 0,0 0 0,1-1 0,-10-20 0,13 20 0,0-1 0,-4-23 0,3 11 0,4 21-136,0 0-1,0-1 1,1 1-1,-1-1 1,1 1-1,1 0 1,-1-1-1,1 1 0,2-7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2T15:04:43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1630 24575,'-4'-1'0,"0"-1"0,0 1 0,-1-1 0,1 1 0,1-1 0,-1 0 0,0-1 0,0 1 0,1-1 0,-7-5 0,-17-11 0,17 14 0,1 0 0,0-1 0,0 0 0,0-1 0,1 0 0,0 0 0,-12-15 0,7 6 0,0-1 0,-19-35 0,27 39 0,1 0 0,1 0 0,0 0 0,-2-23 0,4 24 0,0 0 0,1 0 0,1 0 0,0-1 0,1 2 0,0-1 0,1 0 0,0 0 0,6-11 0,-8 18 0,2 0 0,-1 0 0,0 0 0,1 1 0,0-1 0,0 1 0,1-1 0,-1 1 0,1 0 0,0 1 0,9-7 0,13-13 0,-16 14 0,0 1 0,0 0 0,1 0 0,18-9 0,-17 10 0,0-1 0,0 0 0,15-14 0,2-1 0,-10 7 0,-1-1 0,24-28 0,-40 42 0,12-14 0,-2-1 0,-1-1 0,15-30 0,-22 42 0,0-4 0,0 0 0,0 0 0,-1 0 0,0 0 0,-1 0 0,0-19 0,-1-1 0,-5-37 0,3 57 0,-1 0 0,-1 0 0,0 0 0,0 1 0,-1-1 0,-1 1 0,0 0 0,0 0 0,-10-13 0,-62-99 0,70 110 0,-1 0 0,-15-18 0,17 23 0,-3-2 0,0 0 0,-20-15 0,-9-9 0,27 23 0,1-1 0,0 0 0,1-1 0,1 0 0,0-1 0,-10-20 0,13 20 0,1-1 0,-5-23 0,4 11 0,4 21-136,0 0-1,0-1 1,1 1-1,-1-1 1,1 1-1,1 0 1,-1-1-1,1 1 0,2-7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2T15:04:55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1630 24575,'-4'-1'0,"0"-1"0,0 1 0,1-1 0,-1 1 0,0-1 0,1 0 0,-1-1 0,1 1 0,0-1 0,-6-5 0,-17-11 0,17 14 0,1 0 0,-1-1 0,1 0 0,0-1 0,0 0 0,1 0 0,-12-15 0,7 6 0,0-1 0,-18-35 0,26 39 0,0 0 0,1 0 0,0 0 0,-1-23 0,3 24 0,0 0 0,1 0 0,1 0 0,0-1 0,0 2 0,1-1 0,1 0 0,0 0 0,5-11 0,-6 18 0,0 0 0,0 0 0,0 0 0,1 1 0,0-1 0,0 1 0,0-1 0,0 1 0,1 0 0,-1 1 0,9-7 0,12-13 0,-15 14 0,1 1 0,-1 0 0,1 0 0,17-9 0,-15 10 0,-1-1 0,0 0 0,14-14 0,1-1 0,-8 7 0,-1-1 0,22-28 0,-37 42 0,10-14 0,0-1 0,-1-1 0,12-30 0,-19 42 0,0-4 0,0 0 0,-1 0 0,0 0 0,-1 0 0,0 0 0,1-19 0,-2-1 0,-5-37 0,3 57 0,-1 0 0,0 0 0,-1 0 0,0 1 0,-1-1 0,0 1 0,-1 0 0,0 0 0,-9-13 0,-57-99 0,64 110 0,0 0 0,-15-18 0,16 23 0,-2-2 0,0 0 0,-18-15 0,-10-9 0,26 23 0,0-1 0,1 0 0,1-1 0,0 0 0,1-1 0,-10-20 0,13 20 0,0-1 0,-4-23 0,3 11 0,4 21-136,0 0-1,0-1 1,1 1-1,-1-1 1,1 1-1,1 0 1,-1-1-1,1 1 0,2-7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2T15:04:55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1630 24575,'-4'-1'0,"0"-1"0,0 1 0,-1-1 0,1 1 0,1-1 0,-1 0 0,0-1 0,0 1 0,1-1 0,-7-5 0,-17-11 0,17 14 0,1 0 0,0-1 0,0 0 0,0-1 0,1 0 0,0 0 0,-12-15 0,7 6 0,0-1 0,-19-35 0,27 39 0,1 0 0,1 0 0,0 0 0,-2-23 0,4 24 0,0 0 0,1 0 0,1 0 0,0-1 0,1 2 0,0-1 0,1 0 0,0 0 0,6-11 0,-8 18 0,2 0 0,-1 0 0,0 0 0,1 1 0,0-1 0,0 1 0,1-1 0,-1 1 0,1 0 0,0 1 0,9-7 0,13-13 0,-16 14 0,0 1 0,0 0 0,1 0 0,18-9 0,-17 10 0,0-1 0,0 0 0,15-14 0,2-1 0,-10 7 0,-1-1 0,24-28 0,-40 42 0,12-14 0,-2-1 0,-1-1 0,15-30 0,-22 42 0,0-4 0,0 0 0,0 0 0,-1 0 0,0 0 0,-1 0 0,0-19 0,-1-1 0,-5-37 0,3 57 0,-1 0 0,-1 0 0,0 0 0,0 1 0,-1-1 0,-1 1 0,0 0 0,0 0 0,-10-13 0,-62-99 0,70 110 0,-1 0 0,-15-18 0,17 23 0,-3-2 0,0 0 0,-20-15 0,-9-9 0,27 23 0,1-1 0,0 0 0,1-1 0,1 0 0,0-1 0,-10-20 0,13 20 0,1-1 0,-5-23 0,4 11 0,4 21-136,0 0-1,0-1 1,1 1-1,-1-1 1,1 1-1,1 0 1,-1-1-1,1 1 0,2-7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2T15:17:18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1630 24575,'-4'-1'0,"0"-1"0,0 1 0,1-1 0,-1 1 0,0-1 0,1 0 0,-1-1 0,1 1 0,0-1 0,-6-5 0,-17-11 0,17 14 0,1 0 0,-1-1 0,1 0 0,0-1 0,0 0 0,1 0 0,-12-15 0,7 6 0,0-1 0,-18-35 0,26 39 0,0 0 0,1 0 0,0 0 0,-1-23 0,3 24 0,0 0 0,1 0 0,1 0 0,0-1 0,0 2 0,1-1 0,1 0 0,0 0 0,5-11 0,-6 18 0,0 0 0,0 0 0,0 0 0,1 1 0,0-1 0,0 1 0,0-1 0,0 1 0,1 0 0,-1 1 0,9-7 0,12-13 0,-15 14 0,1 1 0,-1 0 0,1 0 0,17-9 0,-15 10 0,-1-1 0,0 0 0,14-14 0,1-1 0,-8 7 0,-1-1 0,22-28 0,-37 42 0,10-14 0,0-1 0,-1-1 0,12-30 0,-19 42 0,0-4 0,0 0 0,-1 0 0,0 0 0,-1 0 0,0 0 0,1-19 0,-2-1 0,-5-37 0,3 57 0,-1 0 0,0 0 0,-1 0 0,0 1 0,-1-1 0,0 1 0,-1 0 0,0 0 0,-9-13 0,-57-99 0,64 110 0,0 0 0,-15-18 0,16 23 0,-2-2 0,0 0 0,-18-15 0,-10-9 0,26 23 0,0-1 0,1 0 0,1-1 0,0 0 0,1-1 0,-10-20 0,13 20 0,0-1 0,-4-23 0,3 11 0,4 21-136,0 0-1,0-1 1,1 1-1,-1-1 1,1 1-1,1 0 1,-1-1-1,1 1 0,2-7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2T15:17:18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1630 24575,'-4'-1'0,"0"-1"0,0 1 0,-1-1 0,1 1 0,1-1 0,-1 0 0,0-1 0,0 1 0,1-1 0,-7-5 0,-17-11 0,17 14 0,1 0 0,0-1 0,0 0 0,0-1 0,1 0 0,0 0 0,-12-15 0,7 6 0,0-1 0,-19-35 0,27 39 0,1 0 0,1 0 0,0 0 0,-2-23 0,4 24 0,0 0 0,1 0 0,1 0 0,0-1 0,1 2 0,0-1 0,1 0 0,0 0 0,6-11 0,-8 18 0,2 0 0,-1 0 0,0 0 0,1 1 0,0-1 0,0 1 0,1-1 0,-1 1 0,1 0 0,0 1 0,9-7 0,13-13 0,-16 14 0,0 1 0,0 0 0,1 0 0,18-9 0,-17 10 0,0-1 0,0 0 0,15-14 0,2-1 0,-10 7 0,-1-1 0,24-28 0,-40 42 0,12-14 0,-2-1 0,-1-1 0,15-30 0,-22 42 0,0-4 0,0 0 0,0 0 0,-1 0 0,0 0 0,-1 0 0,0-19 0,-1-1 0,-5-37 0,3 57 0,-1 0 0,-1 0 0,0 0 0,0 1 0,-1-1 0,-1 1 0,0 0 0,0 0 0,-10-13 0,-62-99 0,70 110 0,-1 0 0,-15-18 0,17 23 0,-3-2 0,0 0 0,-20-15 0,-9-9 0,27 23 0,1-1 0,0 0 0,1-1 0,1 0 0,0-1 0,-10-20 0,13 20 0,1-1 0,-5-23 0,4 11 0,4 21-136,0 0-1,0-1 1,1 1-1,-1-1 1,1 1-1,1 0 1,-1-1-1,1 1 0,2-7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49941-8762-4693-8E34-8A829F97035D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546401-6C79-4F9E-9907-4CBCA4011B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9114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46401-6C79-4F9E-9907-4CBCA4011B5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3728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F16A4-5C8C-4BB4-BCED-4472CC3AB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9921E27-8192-472C-913A-00E24E647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A0E404-8F02-4FA2-AD67-66CA55842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0F13-9A1E-4570-B53A-E5A29DFEAAE1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D608AE-82E0-41E2-8776-316E84071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3B18B7-1CE4-4563-9228-0548B6C3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316E-9E51-4065-B054-CD8CC86ABE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780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765028-093D-4A5A-8A19-EFBE6B3B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D38B1A-5428-4DDB-A502-0CE3817AC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6A383A-4687-4F00-8E7A-177D4325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0F13-9A1E-4570-B53A-E5A29DFEAAE1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25634E-B9A1-47E7-8DBD-32826625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96E995-761C-48A7-8221-9413C235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316E-9E51-4065-B054-CD8CC86ABE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70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A8DCB6-6193-45E9-8A38-4D3A92035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65ED29-B282-4363-A3E7-A72E4DC5C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61EEF9-8ED4-4E58-80F0-CEE91900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0F13-9A1E-4570-B53A-E5A29DFEAAE1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575BE1-6D90-48B8-B8E5-05E67783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DC96AE-03F3-4A05-875C-B557A1B9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316E-9E51-4065-B054-CD8CC86ABE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57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A509ED-53E5-4B01-82DF-0C3E94236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932C2F-ECE2-45A2-9920-516B10BE2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870460-9D27-43F4-B6B8-37E224B47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D564D1-A257-4F51-9A47-B3E05852C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0F13-9A1E-4570-B53A-E5A29DFEAAE1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E94B8F2-A518-4B8A-B4E2-88A981C06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3475A0-A7D9-4EFD-BFB4-50CA8F3F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316E-9E51-4065-B054-CD8CC86ABE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108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276B93-1837-4EA9-AA55-D24142801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F4E99B-75E7-4AE2-B5D3-507A948AD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6863127-D966-481E-83B8-FDC09745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B4041A1-E33D-4ED3-AA01-88509442D2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A9D98EB-6D62-4677-8359-E5D842C1F1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B409EB9-C61D-4EAF-96B0-E90C0C42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0F13-9A1E-4570-B53A-E5A29DFEAAE1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9F8ABB4-45DD-47F5-8AD1-9BD3C42CB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2FEC566-6328-4B0A-98E7-2221FE84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316E-9E51-4065-B054-CD8CC86ABE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7113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01DE5-E28F-4435-B3AA-B9513423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0F3D48-11BB-463E-A851-39B8E95C9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0F13-9A1E-4570-B53A-E5A29DFEAAE1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C976F5B-E635-4135-9896-FFA1937F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A6A43B-37BC-4601-BB82-60449074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316E-9E51-4065-B054-CD8CC86ABE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35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C96727A-D4E9-43EB-AE4F-C528C15D8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0F13-9A1E-4570-B53A-E5A29DFEAAE1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B293DDE-B42C-4581-B13C-2FE060A54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1F0761-F63D-4095-9DE4-504D8E331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316E-9E51-4065-B054-CD8CC86ABE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809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53137C-3E1F-4C89-923F-DE87E683C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9A5C51-010F-425C-8EE9-D16421D43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36FC22-520B-421B-8D99-7BD8E3510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F92230-64B9-4E75-B3B9-D160B9DAC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0F13-9A1E-4570-B53A-E5A29DFEAAE1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5653E8-0296-4000-B7BE-109C59E2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B111C4-AC07-4851-93E5-4AAA6C0A5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316E-9E51-4065-B054-CD8CC86ABE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3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E964EC-108C-4345-8DA2-EEA38A14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D2DE748-9CF7-41B6-9F20-3494BE6EC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293ECF-3EEF-4A48-BC7B-EC2A0E945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44CF9D-7AA0-4363-8A3C-A705806A5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0F13-9A1E-4570-B53A-E5A29DFEAAE1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79CB69-7C73-409F-86B0-7D26EB92A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CB021D-F2E8-4920-9828-DF6FFABE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316E-9E51-4065-B054-CD8CC86ABE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09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5E6131-B87B-4DD5-B057-19B0001F8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7B76058-616C-46D7-879B-411715265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786A5E-57C1-4CA4-8842-7FC20F20D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0F13-9A1E-4570-B53A-E5A29DFEAAE1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D78F80-D364-4CF4-834C-96358B54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A35768-145F-4065-8D59-E694EB78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316E-9E51-4065-B054-CD8CC86ABE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2513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1468047-7220-4556-A011-671FC3019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EF2F35-0C74-4028-B75E-93542DDC7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5A37E4-FCD7-49FB-B51E-516015E0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0F13-9A1E-4570-B53A-E5A29DFEAAE1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914B83-3F78-4E8F-93D0-296C8780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F84F96-7145-439C-81BA-2D5F1557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316E-9E51-4065-B054-CD8CC86ABE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88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E8199A-D79F-4DB7-BBDD-50C5A3840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08FDE5-C04D-4C31-943A-1383945C3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E8D06D-A144-43D6-B099-65E742859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70F13-9A1E-4570-B53A-E5A29DFEAAE1}" type="datetimeFigureOut">
              <a:rPr lang="fr-FR" smtClean="0"/>
              <a:t>13/03/2024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B215E6-ECFD-48C9-91DF-C3F6E8B1C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7106BE-BF7A-4560-8E29-384076701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3316E-9E51-4065-B054-CD8CC86ABE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389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24.png"/><Relationship Id="rId5" Type="http://schemas.openxmlformats.org/officeDocument/2006/relationships/image" Target="../media/image3.png"/><Relationship Id="rId15" Type="http://schemas.openxmlformats.org/officeDocument/2006/relationships/customXml" Target="../ink/ink6.xml"/><Relationship Id="rId10" Type="http://schemas.openxmlformats.org/officeDocument/2006/relationships/customXml" Target="../ink/ink2.xml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14" Type="http://schemas.openxmlformats.org/officeDocument/2006/relationships/customXml" Target="../ink/ink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5" name="Image 3144">
            <a:extLst>
              <a:ext uri="{FF2B5EF4-FFF2-40B4-BE49-F238E27FC236}">
                <a16:creationId xmlns:a16="http://schemas.microsoft.com/office/drawing/2014/main" id="{286BACA4-D6CA-7CDD-3D51-928D68C9ED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84" b="1141"/>
          <a:stretch/>
        </p:blipFill>
        <p:spPr>
          <a:xfrm>
            <a:off x="2360341" y="1043229"/>
            <a:ext cx="816549" cy="796754"/>
          </a:xfrm>
          <a:prstGeom prst="rect">
            <a:avLst/>
          </a:prstGeom>
        </p:spPr>
      </p:pic>
      <p:sp>
        <p:nvSpPr>
          <p:cNvPr id="22" name="Google Shape;494;p61">
            <a:extLst>
              <a:ext uri="{FF2B5EF4-FFF2-40B4-BE49-F238E27FC236}">
                <a16:creationId xmlns:a16="http://schemas.microsoft.com/office/drawing/2014/main" id="{096ADACF-C97A-DA7B-8676-E090D67D1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273" y="291548"/>
            <a:ext cx="1166722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1A3C35"/>
                </a:solidFill>
                <a:latin typeface="Vidaloka " panose="02000504000000020004" pitchFamily="2" charset="0"/>
              </a:rPr>
              <a:t>Fonctionnement de l’association</a:t>
            </a:r>
            <a:endParaRPr sz="4000" dirty="0">
              <a:solidFill>
                <a:srgbClr val="1A3C35"/>
              </a:solidFill>
              <a:latin typeface="Vidaloka " panose="02000504000000020004" pitchFamily="2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1EE17BF-F64A-6985-DE3C-81D2F819C7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419" t="15140" r="27792" b="16410"/>
          <a:stretch/>
        </p:blipFill>
        <p:spPr>
          <a:xfrm>
            <a:off x="2793024" y="1453054"/>
            <a:ext cx="1652155" cy="3002972"/>
          </a:xfrm>
          <a:prstGeom prst="rect">
            <a:avLst/>
          </a:prstGeom>
        </p:spPr>
      </p:pic>
      <p:grpSp>
        <p:nvGrpSpPr>
          <p:cNvPr id="3" name="Google Shape;1179;p53">
            <a:extLst>
              <a:ext uri="{FF2B5EF4-FFF2-40B4-BE49-F238E27FC236}">
                <a16:creationId xmlns:a16="http://schemas.microsoft.com/office/drawing/2014/main" id="{3391F161-7359-205A-0CD5-EAF99070D218}"/>
              </a:ext>
            </a:extLst>
          </p:cNvPr>
          <p:cNvGrpSpPr/>
          <p:nvPr/>
        </p:nvGrpSpPr>
        <p:grpSpPr>
          <a:xfrm>
            <a:off x="4845432" y="3007070"/>
            <a:ext cx="1568220" cy="1312477"/>
            <a:chOff x="6423480" y="2698414"/>
            <a:chExt cx="371367" cy="365238"/>
          </a:xfrm>
        </p:grpSpPr>
        <p:sp>
          <p:nvSpPr>
            <p:cNvPr id="4" name="Google Shape;1180;p53">
              <a:extLst>
                <a:ext uri="{FF2B5EF4-FFF2-40B4-BE49-F238E27FC236}">
                  <a16:creationId xmlns:a16="http://schemas.microsoft.com/office/drawing/2014/main" id="{67BD8AC2-2066-370F-C3F4-9AE4EE0E4906}"/>
                </a:ext>
              </a:extLst>
            </p:cNvPr>
            <p:cNvSpPr/>
            <p:nvPr/>
          </p:nvSpPr>
          <p:spPr>
            <a:xfrm>
              <a:off x="6504584" y="2888787"/>
              <a:ext cx="62232" cy="55533"/>
            </a:xfrm>
            <a:custGeom>
              <a:avLst/>
              <a:gdLst/>
              <a:ahLst/>
              <a:cxnLst/>
              <a:rect l="l" t="t" r="r" b="b"/>
              <a:pathLst>
                <a:path w="2183" h="1948" extrusionOk="0">
                  <a:moveTo>
                    <a:pt x="370" y="1"/>
                  </a:moveTo>
                  <a:cubicBezTo>
                    <a:pt x="152" y="1"/>
                    <a:pt x="1" y="25"/>
                    <a:pt x="0" y="25"/>
                  </a:cubicBezTo>
                  <a:cubicBezTo>
                    <a:pt x="0" y="25"/>
                    <a:pt x="313" y="309"/>
                    <a:pt x="589" y="1131"/>
                  </a:cubicBezTo>
                  <a:cubicBezTo>
                    <a:pt x="848" y="1900"/>
                    <a:pt x="1837" y="1948"/>
                    <a:pt x="2093" y="1948"/>
                  </a:cubicBezTo>
                  <a:cubicBezTo>
                    <a:pt x="2129" y="1948"/>
                    <a:pt x="2151" y="1947"/>
                    <a:pt x="2153" y="1947"/>
                  </a:cubicBezTo>
                  <a:cubicBezTo>
                    <a:pt x="2151" y="1944"/>
                    <a:pt x="2183" y="910"/>
                    <a:pt x="1597" y="385"/>
                  </a:cubicBezTo>
                  <a:cubicBezTo>
                    <a:pt x="1236" y="63"/>
                    <a:pt x="717" y="1"/>
                    <a:pt x="3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81;p53">
              <a:extLst>
                <a:ext uri="{FF2B5EF4-FFF2-40B4-BE49-F238E27FC236}">
                  <a16:creationId xmlns:a16="http://schemas.microsoft.com/office/drawing/2014/main" id="{05D38999-1618-3B0A-881B-57CF4D610C81}"/>
                </a:ext>
              </a:extLst>
            </p:cNvPr>
            <p:cNvSpPr/>
            <p:nvPr/>
          </p:nvSpPr>
          <p:spPr>
            <a:xfrm>
              <a:off x="6560002" y="2874818"/>
              <a:ext cx="98294" cy="44557"/>
            </a:xfrm>
            <a:custGeom>
              <a:avLst/>
              <a:gdLst/>
              <a:ahLst/>
              <a:cxnLst/>
              <a:rect l="l" t="t" r="r" b="b"/>
              <a:pathLst>
                <a:path w="3448" h="1563" extrusionOk="0">
                  <a:moveTo>
                    <a:pt x="3152" y="1"/>
                  </a:moveTo>
                  <a:cubicBezTo>
                    <a:pt x="2874" y="1"/>
                    <a:pt x="2457" y="51"/>
                    <a:pt x="2168" y="310"/>
                  </a:cubicBezTo>
                  <a:cubicBezTo>
                    <a:pt x="1766" y="670"/>
                    <a:pt x="1729" y="1325"/>
                    <a:pt x="1724" y="1511"/>
                  </a:cubicBezTo>
                  <a:cubicBezTo>
                    <a:pt x="1723" y="1328"/>
                    <a:pt x="1684" y="671"/>
                    <a:pt x="1280" y="310"/>
                  </a:cubicBezTo>
                  <a:cubicBezTo>
                    <a:pt x="990" y="51"/>
                    <a:pt x="572" y="1"/>
                    <a:pt x="293" y="1"/>
                  </a:cubicBezTo>
                  <a:cubicBezTo>
                    <a:pt x="120" y="1"/>
                    <a:pt x="1" y="21"/>
                    <a:pt x="0" y="21"/>
                  </a:cubicBezTo>
                  <a:cubicBezTo>
                    <a:pt x="0" y="21"/>
                    <a:pt x="254" y="248"/>
                    <a:pt x="473" y="908"/>
                  </a:cubicBezTo>
                  <a:cubicBezTo>
                    <a:pt x="678" y="1525"/>
                    <a:pt x="1478" y="1562"/>
                    <a:pt x="1678" y="1562"/>
                  </a:cubicBezTo>
                  <a:cubicBezTo>
                    <a:pt x="1706" y="1562"/>
                    <a:pt x="1722" y="1561"/>
                    <a:pt x="1724" y="1561"/>
                  </a:cubicBezTo>
                  <a:cubicBezTo>
                    <a:pt x="1726" y="1561"/>
                    <a:pt x="1742" y="1562"/>
                    <a:pt x="1770" y="1562"/>
                  </a:cubicBezTo>
                  <a:cubicBezTo>
                    <a:pt x="1970" y="1562"/>
                    <a:pt x="2770" y="1525"/>
                    <a:pt x="2976" y="908"/>
                  </a:cubicBezTo>
                  <a:cubicBezTo>
                    <a:pt x="3195" y="245"/>
                    <a:pt x="3448" y="21"/>
                    <a:pt x="3448" y="21"/>
                  </a:cubicBezTo>
                  <a:cubicBezTo>
                    <a:pt x="3447" y="21"/>
                    <a:pt x="3326" y="1"/>
                    <a:pt x="31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82;p53">
              <a:extLst>
                <a:ext uri="{FF2B5EF4-FFF2-40B4-BE49-F238E27FC236}">
                  <a16:creationId xmlns:a16="http://schemas.microsoft.com/office/drawing/2014/main" id="{5D951D54-2C35-CCC6-BEE1-71291473DA73}"/>
                </a:ext>
              </a:extLst>
            </p:cNvPr>
            <p:cNvSpPr/>
            <p:nvPr/>
          </p:nvSpPr>
          <p:spPr>
            <a:xfrm>
              <a:off x="6508974" y="2753975"/>
              <a:ext cx="49175" cy="49175"/>
            </a:xfrm>
            <a:custGeom>
              <a:avLst/>
              <a:gdLst/>
              <a:ahLst/>
              <a:cxnLst/>
              <a:rect l="l" t="t" r="r" b="b"/>
              <a:pathLst>
                <a:path w="1725" h="1725" extrusionOk="0">
                  <a:moveTo>
                    <a:pt x="1651" y="1"/>
                  </a:moveTo>
                  <a:cubicBezTo>
                    <a:pt x="1512" y="1"/>
                    <a:pt x="802" y="22"/>
                    <a:pt x="420" y="445"/>
                  </a:cubicBezTo>
                  <a:cubicBezTo>
                    <a:pt x="1" y="915"/>
                    <a:pt x="133" y="1723"/>
                    <a:pt x="133" y="1725"/>
                  </a:cubicBezTo>
                  <a:cubicBezTo>
                    <a:pt x="134" y="1725"/>
                    <a:pt x="360" y="1472"/>
                    <a:pt x="1020" y="1253"/>
                  </a:cubicBezTo>
                  <a:cubicBezTo>
                    <a:pt x="1724" y="1017"/>
                    <a:pt x="1675" y="15"/>
                    <a:pt x="1675" y="1"/>
                  </a:cubicBezTo>
                  <a:cubicBezTo>
                    <a:pt x="1674" y="1"/>
                    <a:pt x="1666" y="1"/>
                    <a:pt x="16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83;p53">
              <a:extLst>
                <a:ext uri="{FF2B5EF4-FFF2-40B4-BE49-F238E27FC236}">
                  <a16:creationId xmlns:a16="http://schemas.microsoft.com/office/drawing/2014/main" id="{6E3CADAE-33D6-7376-B3D7-B7BDFEE551B2}"/>
                </a:ext>
              </a:extLst>
            </p:cNvPr>
            <p:cNvSpPr/>
            <p:nvPr/>
          </p:nvSpPr>
          <p:spPr>
            <a:xfrm>
              <a:off x="6553902" y="2718284"/>
              <a:ext cx="110638" cy="50145"/>
            </a:xfrm>
            <a:custGeom>
              <a:avLst/>
              <a:gdLst/>
              <a:ahLst/>
              <a:cxnLst/>
              <a:rect l="l" t="t" r="r" b="b"/>
              <a:pathLst>
                <a:path w="3881" h="1759" extrusionOk="0">
                  <a:moveTo>
                    <a:pt x="3545" y="1"/>
                  </a:moveTo>
                  <a:cubicBezTo>
                    <a:pt x="3231" y="1"/>
                    <a:pt x="2765" y="57"/>
                    <a:pt x="2440" y="348"/>
                  </a:cubicBezTo>
                  <a:cubicBezTo>
                    <a:pt x="2018" y="727"/>
                    <a:pt x="1952" y="1400"/>
                    <a:pt x="1943" y="1655"/>
                  </a:cubicBezTo>
                  <a:cubicBezTo>
                    <a:pt x="1932" y="1398"/>
                    <a:pt x="1868" y="727"/>
                    <a:pt x="1443" y="348"/>
                  </a:cubicBezTo>
                  <a:cubicBezTo>
                    <a:pt x="1119" y="58"/>
                    <a:pt x="651" y="2"/>
                    <a:pt x="338" y="2"/>
                  </a:cubicBezTo>
                  <a:cubicBezTo>
                    <a:pt x="140" y="2"/>
                    <a:pt x="4" y="24"/>
                    <a:pt x="3" y="24"/>
                  </a:cubicBezTo>
                  <a:cubicBezTo>
                    <a:pt x="3" y="24"/>
                    <a:pt x="3" y="24"/>
                    <a:pt x="3" y="24"/>
                  </a:cubicBezTo>
                  <a:lnTo>
                    <a:pt x="3" y="24"/>
                  </a:lnTo>
                  <a:cubicBezTo>
                    <a:pt x="0" y="24"/>
                    <a:pt x="284" y="279"/>
                    <a:pt x="531" y="1021"/>
                  </a:cubicBezTo>
                  <a:cubicBezTo>
                    <a:pt x="764" y="1718"/>
                    <a:pt x="1663" y="1757"/>
                    <a:pt x="1888" y="1757"/>
                  </a:cubicBezTo>
                  <a:cubicBezTo>
                    <a:pt x="1916" y="1757"/>
                    <a:pt x="1934" y="1757"/>
                    <a:pt x="1938" y="1757"/>
                  </a:cubicBezTo>
                  <a:lnTo>
                    <a:pt x="1943" y="1757"/>
                  </a:lnTo>
                  <a:cubicBezTo>
                    <a:pt x="1947" y="1757"/>
                    <a:pt x="1969" y="1758"/>
                    <a:pt x="2004" y="1758"/>
                  </a:cubicBezTo>
                  <a:cubicBezTo>
                    <a:pt x="2246" y="1758"/>
                    <a:pt x="3119" y="1707"/>
                    <a:pt x="3349" y="1021"/>
                  </a:cubicBezTo>
                  <a:cubicBezTo>
                    <a:pt x="3596" y="277"/>
                    <a:pt x="3881" y="24"/>
                    <a:pt x="3881" y="24"/>
                  </a:cubicBezTo>
                  <a:cubicBezTo>
                    <a:pt x="3880" y="23"/>
                    <a:pt x="3743" y="1"/>
                    <a:pt x="3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84;p53">
              <a:extLst>
                <a:ext uri="{FF2B5EF4-FFF2-40B4-BE49-F238E27FC236}">
                  <a16:creationId xmlns:a16="http://schemas.microsoft.com/office/drawing/2014/main" id="{F6461116-FBFF-25C0-5D8B-5C38E3431A5D}"/>
                </a:ext>
              </a:extLst>
            </p:cNvPr>
            <p:cNvSpPr/>
            <p:nvPr/>
          </p:nvSpPr>
          <p:spPr>
            <a:xfrm>
              <a:off x="6609149" y="2768343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85;p53">
              <a:extLst>
                <a:ext uri="{FF2B5EF4-FFF2-40B4-BE49-F238E27FC236}">
                  <a16:creationId xmlns:a16="http://schemas.microsoft.com/office/drawing/2014/main" id="{9E695608-28FA-1FD2-A374-908690592AFD}"/>
                </a:ext>
              </a:extLst>
            </p:cNvPr>
            <p:cNvSpPr/>
            <p:nvPr/>
          </p:nvSpPr>
          <p:spPr>
            <a:xfrm>
              <a:off x="6609149" y="2768343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86;p53">
              <a:extLst>
                <a:ext uri="{FF2B5EF4-FFF2-40B4-BE49-F238E27FC236}">
                  <a16:creationId xmlns:a16="http://schemas.microsoft.com/office/drawing/2014/main" id="{417AEB36-7CDA-A050-0FBD-900E2463BFEB}"/>
                </a:ext>
              </a:extLst>
            </p:cNvPr>
            <p:cNvSpPr/>
            <p:nvPr/>
          </p:nvSpPr>
          <p:spPr>
            <a:xfrm>
              <a:off x="6650599" y="2888787"/>
              <a:ext cx="62317" cy="55590"/>
            </a:xfrm>
            <a:custGeom>
              <a:avLst/>
              <a:gdLst/>
              <a:ahLst/>
              <a:cxnLst/>
              <a:rect l="l" t="t" r="r" b="b"/>
              <a:pathLst>
                <a:path w="2186" h="1950" extrusionOk="0">
                  <a:moveTo>
                    <a:pt x="1811" y="1"/>
                  </a:moveTo>
                  <a:cubicBezTo>
                    <a:pt x="1463" y="1"/>
                    <a:pt x="946" y="64"/>
                    <a:pt x="586" y="385"/>
                  </a:cubicBezTo>
                  <a:cubicBezTo>
                    <a:pt x="0" y="910"/>
                    <a:pt x="32" y="1944"/>
                    <a:pt x="32" y="1948"/>
                  </a:cubicBezTo>
                  <a:cubicBezTo>
                    <a:pt x="34" y="1948"/>
                    <a:pt x="55" y="1949"/>
                    <a:pt x="92" y="1949"/>
                  </a:cubicBezTo>
                  <a:cubicBezTo>
                    <a:pt x="348" y="1949"/>
                    <a:pt x="1338" y="1901"/>
                    <a:pt x="1595" y="1133"/>
                  </a:cubicBezTo>
                  <a:cubicBezTo>
                    <a:pt x="1871" y="309"/>
                    <a:pt x="2186" y="27"/>
                    <a:pt x="2186" y="27"/>
                  </a:cubicBezTo>
                  <a:cubicBezTo>
                    <a:pt x="2184" y="26"/>
                    <a:pt x="2031" y="1"/>
                    <a:pt x="1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87;p53">
              <a:extLst>
                <a:ext uri="{FF2B5EF4-FFF2-40B4-BE49-F238E27FC236}">
                  <a16:creationId xmlns:a16="http://schemas.microsoft.com/office/drawing/2014/main" id="{650EC7B2-5991-AE6C-0866-55EB44B328A2}"/>
                </a:ext>
              </a:extLst>
            </p:cNvPr>
            <p:cNvSpPr/>
            <p:nvPr/>
          </p:nvSpPr>
          <p:spPr>
            <a:xfrm>
              <a:off x="6660035" y="2753947"/>
              <a:ext cx="49261" cy="49175"/>
            </a:xfrm>
            <a:custGeom>
              <a:avLst/>
              <a:gdLst/>
              <a:ahLst/>
              <a:cxnLst/>
              <a:rect l="l" t="t" r="r" b="b"/>
              <a:pathLst>
                <a:path w="1728" h="1725" extrusionOk="0">
                  <a:moveTo>
                    <a:pt x="78" y="0"/>
                  </a:moveTo>
                  <a:cubicBezTo>
                    <a:pt x="61" y="0"/>
                    <a:pt x="52" y="1"/>
                    <a:pt x="51" y="1"/>
                  </a:cubicBezTo>
                  <a:cubicBezTo>
                    <a:pt x="51" y="13"/>
                    <a:pt x="0" y="1018"/>
                    <a:pt x="705" y="1252"/>
                  </a:cubicBezTo>
                  <a:cubicBezTo>
                    <a:pt x="1364" y="1473"/>
                    <a:pt x="1592" y="1724"/>
                    <a:pt x="1592" y="1724"/>
                  </a:cubicBezTo>
                  <a:cubicBezTo>
                    <a:pt x="1594" y="1723"/>
                    <a:pt x="1727" y="915"/>
                    <a:pt x="1304" y="444"/>
                  </a:cubicBezTo>
                  <a:cubicBezTo>
                    <a:pt x="927" y="22"/>
                    <a:pt x="222" y="0"/>
                    <a:pt x="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88;p53">
              <a:extLst>
                <a:ext uri="{FF2B5EF4-FFF2-40B4-BE49-F238E27FC236}">
                  <a16:creationId xmlns:a16="http://schemas.microsoft.com/office/drawing/2014/main" id="{A4760EC2-F19D-CCB8-B88E-C0696D0651C8}"/>
                </a:ext>
              </a:extLst>
            </p:cNvPr>
            <p:cNvSpPr/>
            <p:nvPr/>
          </p:nvSpPr>
          <p:spPr>
            <a:xfrm>
              <a:off x="6516586" y="2964275"/>
              <a:ext cx="46268" cy="46296"/>
            </a:xfrm>
            <a:custGeom>
              <a:avLst/>
              <a:gdLst/>
              <a:ahLst/>
              <a:cxnLst/>
              <a:rect l="l" t="t" r="r" b="b"/>
              <a:pathLst>
                <a:path w="1623" h="1624" extrusionOk="0">
                  <a:moveTo>
                    <a:pt x="811" y="0"/>
                  </a:moveTo>
                  <a:cubicBezTo>
                    <a:pt x="363" y="0"/>
                    <a:pt x="0" y="365"/>
                    <a:pt x="0" y="813"/>
                  </a:cubicBezTo>
                  <a:cubicBezTo>
                    <a:pt x="0" y="1259"/>
                    <a:pt x="363" y="1624"/>
                    <a:pt x="811" y="1624"/>
                  </a:cubicBezTo>
                  <a:cubicBezTo>
                    <a:pt x="1260" y="1624"/>
                    <a:pt x="1622" y="1259"/>
                    <a:pt x="1622" y="813"/>
                  </a:cubicBezTo>
                  <a:cubicBezTo>
                    <a:pt x="1622" y="365"/>
                    <a:pt x="1260" y="0"/>
                    <a:pt x="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89;p53">
              <a:extLst>
                <a:ext uri="{FF2B5EF4-FFF2-40B4-BE49-F238E27FC236}">
                  <a16:creationId xmlns:a16="http://schemas.microsoft.com/office/drawing/2014/main" id="{ACFD55D4-4439-C3D0-8958-F7CD0886ADA5}"/>
                </a:ext>
              </a:extLst>
            </p:cNvPr>
            <p:cNvSpPr/>
            <p:nvPr/>
          </p:nvSpPr>
          <p:spPr>
            <a:xfrm>
              <a:off x="6458259" y="2909141"/>
              <a:ext cx="46268" cy="46325"/>
            </a:xfrm>
            <a:custGeom>
              <a:avLst/>
              <a:gdLst/>
              <a:ahLst/>
              <a:cxnLst/>
              <a:rect l="l" t="t" r="r" b="b"/>
              <a:pathLst>
                <a:path w="1623" h="1625" extrusionOk="0">
                  <a:moveTo>
                    <a:pt x="811" y="1"/>
                  </a:moveTo>
                  <a:cubicBezTo>
                    <a:pt x="363" y="1"/>
                    <a:pt x="0" y="365"/>
                    <a:pt x="0" y="813"/>
                  </a:cubicBezTo>
                  <a:cubicBezTo>
                    <a:pt x="0" y="1260"/>
                    <a:pt x="363" y="1624"/>
                    <a:pt x="811" y="1624"/>
                  </a:cubicBezTo>
                  <a:cubicBezTo>
                    <a:pt x="1259" y="1624"/>
                    <a:pt x="1622" y="1260"/>
                    <a:pt x="1622" y="813"/>
                  </a:cubicBezTo>
                  <a:cubicBezTo>
                    <a:pt x="1622" y="365"/>
                    <a:pt x="1259" y="1"/>
                    <a:pt x="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90;p53">
              <a:extLst>
                <a:ext uri="{FF2B5EF4-FFF2-40B4-BE49-F238E27FC236}">
                  <a16:creationId xmlns:a16="http://schemas.microsoft.com/office/drawing/2014/main" id="{C0886DFC-E941-F5B7-071A-E004FDA1F3B5}"/>
                </a:ext>
              </a:extLst>
            </p:cNvPr>
            <p:cNvSpPr/>
            <p:nvPr/>
          </p:nvSpPr>
          <p:spPr>
            <a:xfrm>
              <a:off x="6451503" y="2837873"/>
              <a:ext cx="46296" cy="46268"/>
            </a:xfrm>
            <a:custGeom>
              <a:avLst/>
              <a:gdLst/>
              <a:ahLst/>
              <a:cxnLst/>
              <a:rect l="l" t="t" r="r" b="b"/>
              <a:pathLst>
                <a:path w="1624" h="1623" extrusionOk="0">
                  <a:moveTo>
                    <a:pt x="813" y="0"/>
                  </a:moveTo>
                  <a:cubicBezTo>
                    <a:pt x="365" y="0"/>
                    <a:pt x="1" y="363"/>
                    <a:pt x="1" y="811"/>
                  </a:cubicBezTo>
                  <a:cubicBezTo>
                    <a:pt x="1" y="1260"/>
                    <a:pt x="365" y="1622"/>
                    <a:pt x="813" y="1622"/>
                  </a:cubicBezTo>
                  <a:cubicBezTo>
                    <a:pt x="1260" y="1622"/>
                    <a:pt x="1624" y="1260"/>
                    <a:pt x="1624" y="811"/>
                  </a:cubicBezTo>
                  <a:cubicBezTo>
                    <a:pt x="1624" y="363"/>
                    <a:pt x="1260" y="0"/>
                    <a:pt x="8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91;p53">
              <a:extLst>
                <a:ext uri="{FF2B5EF4-FFF2-40B4-BE49-F238E27FC236}">
                  <a16:creationId xmlns:a16="http://schemas.microsoft.com/office/drawing/2014/main" id="{94352BAC-C15D-A165-9138-473C5598DC5E}"/>
                </a:ext>
              </a:extLst>
            </p:cNvPr>
            <p:cNvSpPr/>
            <p:nvPr/>
          </p:nvSpPr>
          <p:spPr>
            <a:xfrm>
              <a:off x="6542727" y="2795967"/>
              <a:ext cx="46325" cy="46296"/>
            </a:xfrm>
            <a:custGeom>
              <a:avLst/>
              <a:gdLst/>
              <a:ahLst/>
              <a:cxnLst/>
              <a:rect l="l" t="t" r="r" b="b"/>
              <a:pathLst>
                <a:path w="1625" h="1624" extrusionOk="0">
                  <a:moveTo>
                    <a:pt x="813" y="0"/>
                  </a:moveTo>
                  <a:cubicBezTo>
                    <a:pt x="365" y="0"/>
                    <a:pt x="1" y="364"/>
                    <a:pt x="1" y="812"/>
                  </a:cubicBezTo>
                  <a:cubicBezTo>
                    <a:pt x="1" y="1262"/>
                    <a:pt x="365" y="1623"/>
                    <a:pt x="813" y="1623"/>
                  </a:cubicBezTo>
                  <a:cubicBezTo>
                    <a:pt x="1260" y="1623"/>
                    <a:pt x="1624" y="1261"/>
                    <a:pt x="1624" y="812"/>
                  </a:cubicBezTo>
                  <a:cubicBezTo>
                    <a:pt x="1624" y="364"/>
                    <a:pt x="1260" y="0"/>
                    <a:pt x="8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92;p53">
              <a:extLst>
                <a:ext uri="{FF2B5EF4-FFF2-40B4-BE49-F238E27FC236}">
                  <a16:creationId xmlns:a16="http://schemas.microsoft.com/office/drawing/2014/main" id="{B9CDA704-8FBE-AAD8-83E0-3D4427F3E7FA}"/>
                </a:ext>
              </a:extLst>
            </p:cNvPr>
            <p:cNvSpPr/>
            <p:nvPr/>
          </p:nvSpPr>
          <p:spPr>
            <a:xfrm>
              <a:off x="6489104" y="2706054"/>
              <a:ext cx="46296" cy="46268"/>
            </a:xfrm>
            <a:custGeom>
              <a:avLst/>
              <a:gdLst/>
              <a:ahLst/>
              <a:cxnLst/>
              <a:rect l="l" t="t" r="r" b="b"/>
              <a:pathLst>
                <a:path w="1624" h="1623" extrusionOk="0">
                  <a:moveTo>
                    <a:pt x="813" y="0"/>
                  </a:moveTo>
                  <a:cubicBezTo>
                    <a:pt x="365" y="0"/>
                    <a:pt x="1" y="363"/>
                    <a:pt x="1" y="811"/>
                  </a:cubicBezTo>
                  <a:cubicBezTo>
                    <a:pt x="1" y="1259"/>
                    <a:pt x="363" y="1622"/>
                    <a:pt x="813" y="1622"/>
                  </a:cubicBezTo>
                  <a:cubicBezTo>
                    <a:pt x="1260" y="1622"/>
                    <a:pt x="1624" y="1259"/>
                    <a:pt x="1624" y="811"/>
                  </a:cubicBezTo>
                  <a:cubicBezTo>
                    <a:pt x="1624" y="363"/>
                    <a:pt x="1260" y="0"/>
                    <a:pt x="8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93;p53">
              <a:extLst>
                <a:ext uri="{FF2B5EF4-FFF2-40B4-BE49-F238E27FC236}">
                  <a16:creationId xmlns:a16="http://schemas.microsoft.com/office/drawing/2014/main" id="{CE62535A-A474-F844-103D-A92BB1753C8C}"/>
                </a:ext>
              </a:extLst>
            </p:cNvPr>
            <p:cNvSpPr/>
            <p:nvPr/>
          </p:nvSpPr>
          <p:spPr>
            <a:xfrm>
              <a:off x="6447398" y="2756883"/>
              <a:ext cx="46268" cy="46268"/>
            </a:xfrm>
            <a:custGeom>
              <a:avLst/>
              <a:gdLst/>
              <a:ahLst/>
              <a:cxnLst/>
              <a:rect l="l" t="t" r="r" b="b"/>
              <a:pathLst>
                <a:path w="1623" h="1623" extrusionOk="0">
                  <a:moveTo>
                    <a:pt x="812" y="1"/>
                  </a:moveTo>
                  <a:cubicBezTo>
                    <a:pt x="363" y="1"/>
                    <a:pt x="1" y="364"/>
                    <a:pt x="1" y="812"/>
                  </a:cubicBezTo>
                  <a:cubicBezTo>
                    <a:pt x="1" y="1260"/>
                    <a:pt x="363" y="1623"/>
                    <a:pt x="812" y="1623"/>
                  </a:cubicBezTo>
                  <a:cubicBezTo>
                    <a:pt x="1260" y="1623"/>
                    <a:pt x="1622" y="1260"/>
                    <a:pt x="1622" y="812"/>
                  </a:cubicBezTo>
                  <a:cubicBezTo>
                    <a:pt x="1622" y="364"/>
                    <a:pt x="1260" y="1"/>
                    <a:pt x="8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94;p53">
              <a:extLst>
                <a:ext uri="{FF2B5EF4-FFF2-40B4-BE49-F238E27FC236}">
                  <a16:creationId xmlns:a16="http://schemas.microsoft.com/office/drawing/2014/main" id="{0C31FDAB-DE77-671E-30B6-71F81DE3AF63}"/>
                </a:ext>
              </a:extLst>
            </p:cNvPr>
            <p:cNvSpPr/>
            <p:nvPr/>
          </p:nvSpPr>
          <p:spPr>
            <a:xfrm>
              <a:off x="6431120" y="2972685"/>
              <a:ext cx="46268" cy="46268"/>
            </a:xfrm>
            <a:custGeom>
              <a:avLst/>
              <a:gdLst/>
              <a:ahLst/>
              <a:cxnLst/>
              <a:rect l="l" t="t" r="r" b="b"/>
              <a:pathLst>
                <a:path w="1623" h="1623" extrusionOk="0">
                  <a:moveTo>
                    <a:pt x="811" y="1"/>
                  </a:moveTo>
                  <a:cubicBezTo>
                    <a:pt x="363" y="1"/>
                    <a:pt x="1" y="363"/>
                    <a:pt x="1" y="812"/>
                  </a:cubicBezTo>
                  <a:cubicBezTo>
                    <a:pt x="1" y="1260"/>
                    <a:pt x="363" y="1623"/>
                    <a:pt x="811" y="1623"/>
                  </a:cubicBezTo>
                  <a:cubicBezTo>
                    <a:pt x="1260" y="1623"/>
                    <a:pt x="1622" y="1260"/>
                    <a:pt x="1622" y="812"/>
                  </a:cubicBezTo>
                  <a:cubicBezTo>
                    <a:pt x="1622" y="363"/>
                    <a:pt x="1261" y="1"/>
                    <a:pt x="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95;p53">
              <a:extLst>
                <a:ext uri="{FF2B5EF4-FFF2-40B4-BE49-F238E27FC236}">
                  <a16:creationId xmlns:a16="http://schemas.microsoft.com/office/drawing/2014/main" id="{DB184705-E911-6BA2-E42F-555F0DB79B72}"/>
                </a:ext>
              </a:extLst>
            </p:cNvPr>
            <p:cNvSpPr/>
            <p:nvPr/>
          </p:nvSpPr>
          <p:spPr>
            <a:xfrm>
              <a:off x="6655446" y="2964275"/>
              <a:ext cx="46268" cy="46296"/>
            </a:xfrm>
            <a:custGeom>
              <a:avLst/>
              <a:gdLst/>
              <a:ahLst/>
              <a:cxnLst/>
              <a:rect l="l" t="t" r="r" b="b"/>
              <a:pathLst>
                <a:path w="1623" h="1624" extrusionOk="0">
                  <a:moveTo>
                    <a:pt x="812" y="0"/>
                  </a:moveTo>
                  <a:cubicBezTo>
                    <a:pt x="364" y="0"/>
                    <a:pt x="1" y="365"/>
                    <a:pt x="1" y="813"/>
                  </a:cubicBezTo>
                  <a:cubicBezTo>
                    <a:pt x="1" y="1259"/>
                    <a:pt x="364" y="1624"/>
                    <a:pt x="812" y="1624"/>
                  </a:cubicBezTo>
                  <a:cubicBezTo>
                    <a:pt x="1260" y="1624"/>
                    <a:pt x="1623" y="1259"/>
                    <a:pt x="1623" y="813"/>
                  </a:cubicBezTo>
                  <a:cubicBezTo>
                    <a:pt x="1623" y="365"/>
                    <a:pt x="1260" y="0"/>
                    <a:pt x="8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96;p53">
              <a:extLst>
                <a:ext uri="{FF2B5EF4-FFF2-40B4-BE49-F238E27FC236}">
                  <a16:creationId xmlns:a16="http://schemas.microsoft.com/office/drawing/2014/main" id="{4AA878CA-673E-87C3-07B9-0479D09649F0}"/>
                </a:ext>
              </a:extLst>
            </p:cNvPr>
            <p:cNvSpPr/>
            <p:nvPr/>
          </p:nvSpPr>
          <p:spPr>
            <a:xfrm>
              <a:off x="6713800" y="2909141"/>
              <a:ext cx="46239" cy="46325"/>
            </a:xfrm>
            <a:custGeom>
              <a:avLst/>
              <a:gdLst/>
              <a:ahLst/>
              <a:cxnLst/>
              <a:rect l="l" t="t" r="r" b="b"/>
              <a:pathLst>
                <a:path w="1622" h="1625" extrusionOk="0">
                  <a:moveTo>
                    <a:pt x="811" y="1"/>
                  </a:moveTo>
                  <a:cubicBezTo>
                    <a:pt x="363" y="1"/>
                    <a:pt x="0" y="365"/>
                    <a:pt x="0" y="813"/>
                  </a:cubicBezTo>
                  <a:cubicBezTo>
                    <a:pt x="0" y="1260"/>
                    <a:pt x="363" y="1624"/>
                    <a:pt x="811" y="1624"/>
                  </a:cubicBezTo>
                  <a:cubicBezTo>
                    <a:pt x="1259" y="1624"/>
                    <a:pt x="1622" y="1260"/>
                    <a:pt x="1622" y="813"/>
                  </a:cubicBezTo>
                  <a:cubicBezTo>
                    <a:pt x="1622" y="365"/>
                    <a:pt x="1259" y="1"/>
                    <a:pt x="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97;p53">
              <a:extLst>
                <a:ext uri="{FF2B5EF4-FFF2-40B4-BE49-F238E27FC236}">
                  <a16:creationId xmlns:a16="http://schemas.microsoft.com/office/drawing/2014/main" id="{93B06462-D184-837D-9EBB-7F03B48D6191}"/>
                </a:ext>
              </a:extLst>
            </p:cNvPr>
            <p:cNvSpPr/>
            <p:nvPr/>
          </p:nvSpPr>
          <p:spPr>
            <a:xfrm>
              <a:off x="6720500" y="2837873"/>
              <a:ext cx="46296" cy="46268"/>
            </a:xfrm>
            <a:custGeom>
              <a:avLst/>
              <a:gdLst/>
              <a:ahLst/>
              <a:cxnLst/>
              <a:rect l="l" t="t" r="r" b="b"/>
              <a:pathLst>
                <a:path w="1624" h="1623" extrusionOk="0">
                  <a:moveTo>
                    <a:pt x="813" y="0"/>
                  </a:moveTo>
                  <a:cubicBezTo>
                    <a:pt x="365" y="0"/>
                    <a:pt x="0" y="363"/>
                    <a:pt x="0" y="811"/>
                  </a:cubicBezTo>
                  <a:cubicBezTo>
                    <a:pt x="0" y="1260"/>
                    <a:pt x="365" y="1622"/>
                    <a:pt x="813" y="1622"/>
                  </a:cubicBezTo>
                  <a:cubicBezTo>
                    <a:pt x="1259" y="1622"/>
                    <a:pt x="1624" y="1260"/>
                    <a:pt x="1624" y="811"/>
                  </a:cubicBezTo>
                  <a:cubicBezTo>
                    <a:pt x="1624" y="363"/>
                    <a:pt x="1259" y="0"/>
                    <a:pt x="8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98;p53">
              <a:extLst>
                <a:ext uri="{FF2B5EF4-FFF2-40B4-BE49-F238E27FC236}">
                  <a16:creationId xmlns:a16="http://schemas.microsoft.com/office/drawing/2014/main" id="{5C4A56DC-DA7F-23F9-8CEB-60BDF5F170EE}"/>
                </a:ext>
              </a:extLst>
            </p:cNvPr>
            <p:cNvSpPr/>
            <p:nvPr/>
          </p:nvSpPr>
          <p:spPr>
            <a:xfrm>
              <a:off x="6629276" y="2795967"/>
              <a:ext cx="46296" cy="46296"/>
            </a:xfrm>
            <a:custGeom>
              <a:avLst/>
              <a:gdLst/>
              <a:ahLst/>
              <a:cxnLst/>
              <a:rect l="l" t="t" r="r" b="b"/>
              <a:pathLst>
                <a:path w="1624" h="1624" extrusionOk="0">
                  <a:moveTo>
                    <a:pt x="813" y="0"/>
                  </a:moveTo>
                  <a:cubicBezTo>
                    <a:pt x="364" y="0"/>
                    <a:pt x="0" y="364"/>
                    <a:pt x="0" y="812"/>
                  </a:cubicBezTo>
                  <a:cubicBezTo>
                    <a:pt x="0" y="1259"/>
                    <a:pt x="364" y="1623"/>
                    <a:pt x="813" y="1623"/>
                  </a:cubicBezTo>
                  <a:cubicBezTo>
                    <a:pt x="1259" y="1623"/>
                    <a:pt x="1623" y="1261"/>
                    <a:pt x="1623" y="812"/>
                  </a:cubicBezTo>
                  <a:cubicBezTo>
                    <a:pt x="1623" y="364"/>
                    <a:pt x="1259" y="0"/>
                    <a:pt x="8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99;p53">
              <a:extLst>
                <a:ext uri="{FF2B5EF4-FFF2-40B4-BE49-F238E27FC236}">
                  <a16:creationId xmlns:a16="http://schemas.microsoft.com/office/drawing/2014/main" id="{CD2DE36C-5EE1-762D-8527-69D1900075B5}"/>
                </a:ext>
              </a:extLst>
            </p:cNvPr>
            <p:cNvSpPr/>
            <p:nvPr/>
          </p:nvSpPr>
          <p:spPr>
            <a:xfrm>
              <a:off x="6682898" y="2706054"/>
              <a:ext cx="46296" cy="46268"/>
            </a:xfrm>
            <a:custGeom>
              <a:avLst/>
              <a:gdLst/>
              <a:ahLst/>
              <a:cxnLst/>
              <a:rect l="l" t="t" r="r" b="b"/>
              <a:pathLst>
                <a:path w="1624" h="1623" extrusionOk="0">
                  <a:moveTo>
                    <a:pt x="813" y="0"/>
                  </a:moveTo>
                  <a:cubicBezTo>
                    <a:pt x="365" y="0"/>
                    <a:pt x="0" y="363"/>
                    <a:pt x="0" y="811"/>
                  </a:cubicBezTo>
                  <a:cubicBezTo>
                    <a:pt x="0" y="1259"/>
                    <a:pt x="365" y="1622"/>
                    <a:pt x="813" y="1622"/>
                  </a:cubicBezTo>
                  <a:cubicBezTo>
                    <a:pt x="1259" y="1622"/>
                    <a:pt x="1624" y="1259"/>
                    <a:pt x="1624" y="811"/>
                  </a:cubicBezTo>
                  <a:cubicBezTo>
                    <a:pt x="1624" y="363"/>
                    <a:pt x="1259" y="0"/>
                    <a:pt x="8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200;p53">
              <a:extLst>
                <a:ext uri="{FF2B5EF4-FFF2-40B4-BE49-F238E27FC236}">
                  <a16:creationId xmlns:a16="http://schemas.microsoft.com/office/drawing/2014/main" id="{3A5122F4-A4D5-A5FF-D2E9-FD3BF8647E87}"/>
                </a:ext>
              </a:extLst>
            </p:cNvPr>
            <p:cNvSpPr/>
            <p:nvPr/>
          </p:nvSpPr>
          <p:spPr>
            <a:xfrm>
              <a:off x="6724633" y="2756883"/>
              <a:ext cx="46268" cy="46268"/>
            </a:xfrm>
            <a:custGeom>
              <a:avLst/>
              <a:gdLst/>
              <a:ahLst/>
              <a:cxnLst/>
              <a:rect l="l" t="t" r="r" b="b"/>
              <a:pathLst>
                <a:path w="1623" h="1623" extrusionOk="0">
                  <a:moveTo>
                    <a:pt x="812" y="1"/>
                  </a:moveTo>
                  <a:cubicBezTo>
                    <a:pt x="364" y="1"/>
                    <a:pt x="1" y="364"/>
                    <a:pt x="1" y="812"/>
                  </a:cubicBezTo>
                  <a:cubicBezTo>
                    <a:pt x="1" y="1259"/>
                    <a:pt x="364" y="1623"/>
                    <a:pt x="812" y="1623"/>
                  </a:cubicBezTo>
                  <a:cubicBezTo>
                    <a:pt x="1260" y="1623"/>
                    <a:pt x="1623" y="1260"/>
                    <a:pt x="1623" y="812"/>
                  </a:cubicBezTo>
                  <a:cubicBezTo>
                    <a:pt x="1623" y="364"/>
                    <a:pt x="1260" y="1"/>
                    <a:pt x="8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01;p53">
              <a:extLst>
                <a:ext uri="{FF2B5EF4-FFF2-40B4-BE49-F238E27FC236}">
                  <a16:creationId xmlns:a16="http://schemas.microsoft.com/office/drawing/2014/main" id="{036F1D45-7954-9896-0135-91BE6F040E04}"/>
                </a:ext>
              </a:extLst>
            </p:cNvPr>
            <p:cNvSpPr/>
            <p:nvPr/>
          </p:nvSpPr>
          <p:spPr>
            <a:xfrm>
              <a:off x="6740883" y="2972685"/>
              <a:ext cx="46268" cy="46268"/>
            </a:xfrm>
            <a:custGeom>
              <a:avLst/>
              <a:gdLst/>
              <a:ahLst/>
              <a:cxnLst/>
              <a:rect l="l" t="t" r="r" b="b"/>
              <a:pathLst>
                <a:path w="1623" h="1623" extrusionOk="0">
                  <a:moveTo>
                    <a:pt x="811" y="1"/>
                  </a:moveTo>
                  <a:cubicBezTo>
                    <a:pt x="363" y="1"/>
                    <a:pt x="0" y="363"/>
                    <a:pt x="0" y="812"/>
                  </a:cubicBezTo>
                  <a:cubicBezTo>
                    <a:pt x="0" y="1260"/>
                    <a:pt x="363" y="1623"/>
                    <a:pt x="811" y="1623"/>
                  </a:cubicBezTo>
                  <a:cubicBezTo>
                    <a:pt x="1259" y="1623"/>
                    <a:pt x="1622" y="1260"/>
                    <a:pt x="1622" y="812"/>
                  </a:cubicBezTo>
                  <a:cubicBezTo>
                    <a:pt x="1622" y="363"/>
                    <a:pt x="1259" y="1"/>
                    <a:pt x="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1202;p53">
              <a:extLst>
                <a:ext uri="{FF2B5EF4-FFF2-40B4-BE49-F238E27FC236}">
                  <a16:creationId xmlns:a16="http://schemas.microsoft.com/office/drawing/2014/main" id="{637C38DF-792C-8378-28F1-DE60751142CF}"/>
                </a:ext>
              </a:extLst>
            </p:cNvPr>
            <p:cNvGrpSpPr/>
            <p:nvPr/>
          </p:nvGrpSpPr>
          <p:grpSpPr>
            <a:xfrm>
              <a:off x="6423480" y="2698414"/>
              <a:ext cx="371367" cy="365238"/>
              <a:chOff x="6423480" y="2698414"/>
              <a:chExt cx="371367" cy="365238"/>
            </a:xfrm>
          </p:grpSpPr>
          <p:sp>
            <p:nvSpPr>
              <p:cNvPr id="46" name="Google Shape;1203;p53">
                <a:extLst>
                  <a:ext uri="{FF2B5EF4-FFF2-40B4-BE49-F238E27FC236}">
                    <a16:creationId xmlns:a16="http://schemas.microsoft.com/office/drawing/2014/main" id="{C8BB49BC-6D39-F075-0806-AD3356E52BE5}"/>
                  </a:ext>
                </a:extLst>
              </p:cNvPr>
              <p:cNvSpPr/>
              <p:nvPr/>
            </p:nvSpPr>
            <p:spPr>
              <a:xfrm>
                <a:off x="6423480" y="3049227"/>
                <a:ext cx="86463" cy="14425"/>
              </a:xfrm>
              <a:custGeom>
                <a:avLst/>
                <a:gdLst/>
                <a:ahLst/>
                <a:cxnLst/>
                <a:rect l="l" t="t" r="r" b="b"/>
                <a:pathLst>
                  <a:path w="3033" h="506" extrusionOk="0">
                    <a:moveTo>
                      <a:pt x="282" y="0"/>
                    </a:moveTo>
                    <a:cubicBezTo>
                      <a:pt x="155" y="0"/>
                      <a:pt x="42" y="90"/>
                      <a:pt x="23" y="216"/>
                    </a:cubicBezTo>
                    <a:cubicBezTo>
                      <a:pt x="0" y="372"/>
                      <a:pt x="122" y="505"/>
                      <a:pt x="275" y="505"/>
                    </a:cubicBezTo>
                    <a:lnTo>
                      <a:pt x="2751" y="505"/>
                    </a:lnTo>
                    <a:cubicBezTo>
                      <a:pt x="2878" y="505"/>
                      <a:pt x="2991" y="415"/>
                      <a:pt x="3010" y="291"/>
                    </a:cubicBezTo>
                    <a:cubicBezTo>
                      <a:pt x="3033" y="135"/>
                      <a:pt x="2913" y="0"/>
                      <a:pt x="27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204;p53">
                <a:extLst>
                  <a:ext uri="{FF2B5EF4-FFF2-40B4-BE49-F238E27FC236}">
                    <a16:creationId xmlns:a16="http://schemas.microsoft.com/office/drawing/2014/main" id="{90822546-FFD2-A688-A1A6-F2735A3607EC}"/>
                  </a:ext>
                </a:extLst>
              </p:cNvPr>
              <p:cNvSpPr/>
              <p:nvPr/>
            </p:nvSpPr>
            <p:spPr>
              <a:xfrm>
                <a:off x="6518667" y="3049227"/>
                <a:ext cx="16962" cy="144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06" extrusionOk="0">
                    <a:moveTo>
                      <a:pt x="298" y="0"/>
                    </a:moveTo>
                    <a:cubicBezTo>
                      <a:pt x="188" y="0"/>
                      <a:pt x="86" y="68"/>
                      <a:pt x="55" y="173"/>
                    </a:cubicBezTo>
                    <a:cubicBezTo>
                      <a:pt x="1" y="347"/>
                      <a:pt x="130" y="505"/>
                      <a:pt x="296" y="505"/>
                    </a:cubicBezTo>
                    <a:lnTo>
                      <a:pt x="298" y="505"/>
                    </a:lnTo>
                    <a:cubicBezTo>
                      <a:pt x="407" y="505"/>
                      <a:pt x="508" y="438"/>
                      <a:pt x="542" y="333"/>
                    </a:cubicBezTo>
                    <a:cubicBezTo>
                      <a:pt x="594" y="161"/>
                      <a:pt x="466" y="0"/>
                      <a:pt x="2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205;p53">
                <a:extLst>
                  <a:ext uri="{FF2B5EF4-FFF2-40B4-BE49-F238E27FC236}">
                    <a16:creationId xmlns:a16="http://schemas.microsoft.com/office/drawing/2014/main" id="{30437444-E4F0-37BF-E5C7-C8177E94FF7C}"/>
                  </a:ext>
                </a:extLst>
              </p:cNvPr>
              <p:cNvSpPr/>
              <p:nvPr/>
            </p:nvSpPr>
            <p:spPr>
              <a:xfrm>
                <a:off x="6423651" y="2698414"/>
                <a:ext cx="371196" cy="365238"/>
              </a:xfrm>
              <a:custGeom>
                <a:avLst/>
                <a:gdLst/>
                <a:ahLst/>
                <a:cxnLst/>
                <a:rect l="l" t="t" r="r" b="b"/>
                <a:pathLst>
                  <a:path w="13021" h="12812" extrusionOk="0">
                    <a:moveTo>
                      <a:pt x="3109" y="519"/>
                    </a:moveTo>
                    <a:cubicBezTo>
                      <a:pt x="3416" y="519"/>
                      <a:pt x="3667" y="770"/>
                      <a:pt x="3667" y="1078"/>
                    </a:cubicBezTo>
                    <a:cubicBezTo>
                      <a:pt x="3667" y="1341"/>
                      <a:pt x="3481" y="1565"/>
                      <a:pt x="3233" y="1620"/>
                    </a:cubicBezTo>
                    <a:cubicBezTo>
                      <a:pt x="3229" y="1622"/>
                      <a:pt x="3223" y="1622"/>
                      <a:pt x="3217" y="1623"/>
                    </a:cubicBezTo>
                    <a:cubicBezTo>
                      <a:pt x="3179" y="1632"/>
                      <a:pt x="3143" y="1635"/>
                      <a:pt x="3109" y="1635"/>
                    </a:cubicBezTo>
                    <a:cubicBezTo>
                      <a:pt x="2802" y="1635"/>
                      <a:pt x="2550" y="1385"/>
                      <a:pt x="2550" y="1078"/>
                    </a:cubicBezTo>
                    <a:cubicBezTo>
                      <a:pt x="2550" y="770"/>
                      <a:pt x="2802" y="519"/>
                      <a:pt x="3109" y="519"/>
                    </a:cubicBezTo>
                    <a:close/>
                    <a:moveTo>
                      <a:pt x="9907" y="520"/>
                    </a:moveTo>
                    <a:cubicBezTo>
                      <a:pt x="10214" y="520"/>
                      <a:pt x="10464" y="772"/>
                      <a:pt x="10464" y="1079"/>
                    </a:cubicBezTo>
                    <a:cubicBezTo>
                      <a:pt x="10464" y="1386"/>
                      <a:pt x="10214" y="1637"/>
                      <a:pt x="9907" y="1637"/>
                    </a:cubicBezTo>
                    <a:cubicBezTo>
                      <a:pt x="9869" y="1637"/>
                      <a:pt x="9833" y="1634"/>
                      <a:pt x="9799" y="1626"/>
                    </a:cubicBezTo>
                    <a:cubicBezTo>
                      <a:pt x="9794" y="1623"/>
                      <a:pt x="9788" y="1623"/>
                      <a:pt x="9782" y="1622"/>
                    </a:cubicBezTo>
                    <a:cubicBezTo>
                      <a:pt x="9535" y="1566"/>
                      <a:pt x="9349" y="1343"/>
                      <a:pt x="9349" y="1079"/>
                    </a:cubicBezTo>
                    <a:cubicBezTo>
                      <a:pt x="9348" y="772"/>
                      <a:pt x="9599" y="520"/>
                      <a:pt x="9907" y="520"/>
                    </a:cubicBezTo>
                    <a:close/>
                    <a:moveTo>
                      <a:pt x="5046" y="953"/>
                    </a:moveTo>
                    <a:lnTo>
                      <a:pt x="5046" y="953"/>
                    </a:lnTo>
                    <a:cubicBezTo>
                      <a:pt x="5314" y="974"/>
                      <a:pt x="5629" y="1043"/>
                      <a:pt x="5840" y="1232"/>
                    </a:cubicBezTo>
                    <a:cubicBezTo>
                      <a:pt x="6122" y="1484"/>
                      <a:pt x="6213" y="1914"/>
                      <a:pt x="6242" y="2188"/>
                    </a:cubicBezTo>
                    <a:cubicBezTo>
                      <a:pt x="5942" y="2157"/>
                      <a:pt x="5474" y="2041"/>
                      <a:pt x="5339" y="1635"/>
                    </a:cubicBezTo>
                    <a:cubicBezTo>
                      <a:pt x="5242" y="1344"/>
                      <a:pt x="5139" y="1120"/>
                      <a:pt x="5046" y="953"/>
                    </a:cubicBezTo>
                    <a:close/>
                    <a:moveTo>
                      <a:pt x="7970" y="955"/>
                    </a:moveTo>
                    <a:lnTo>
                      <a:pt x="7970" y="955"/>
                    </a:lnTo>
                    <a:cubicBezTo>
                      <a:pt x="7877" y="1123"/>
                      <a:pt x="7774" y="1344"/>
                      <a:pt x="7676" y="1637"/>
                    </a:cubicBezTo>
                    <a:cubicBezTo>
                      <a:pt x="7541" y="2041"/>
                      <a:pt x="7075" y="2158"/>
                      <a:pt x="6775" y="2190"/>
                    </a:cubicBezTo>
                    <a:cubicBezTo>
                      <a:pt x="6804" y="1914"/>
                      <a:pt x="6895" y="1484"/>
                      <a:pt x="7176" y="1232"/>
                    </a:cubicBezTo>
                    <a:cubicBezTo>
                      <a:pt x="7390" y="1042"/>
                      <a:pt x="7703" y="973"/>
                      <a:pt x="7970" y="955"/>
                    </a:cubicBezTo>
                    <a:close/>
                    <a:moveTo>
                      <a:pt x="6146" y="2691"/>
                    </a:moveTo>
                    <a:lnTo>
                      <a:pt x="6146" y="2691"/>
                    </a:lnTo>
                    <a:cubicBezTo>
                      <a:pt x="6179" y="2694"/>
                      <a:pt x="6215" y="2698"/>
                      <a:pt x="6249" y="2700"/>
                    </a:cubicBezTo>
                    <a:lnTo>
                      <a:pt x="6249" y="2831"/>
                    </a:lnTo>
                    <a:cubicBezTo>
                      <a:pt x="6215" y="2783"/>
                      <a:pt x="6182" y="2737"/>
                      <a:pt x="6146" y="2691"/>
                    </a:cubicBezTo>
                    <a:close/>
                    <a:moveTo>
                      <a:pt x="6859" y="2692"/>
                    </a:moveTo>
                    <a:cubicBezTo>
                      <a:pt x="6823" y="2737"/>
                      <a:pt x="6790" y="2783"/>
                      <a:pt x="6756" y="2833"/>
                    </a:cubicBezTo>
                    <a:lnTo>
                      <a:pt x="6756" y="2701"/>
                    </a:lnTo>
                    <a:cubicBezTo>
                      <a:pt x="6790" y="2700"/>
                      <a:pt x="6823" y="2695"/>
                      <a:pt x="6859" y="2692"/>
                    </a:cubicBezTo>
                    <a:close/>
                    <a:moveTo>
                      <a:pt x="4403" y="2218"/>
                    </a:moveTo>
                    <a:lnTo>
                      <a:pt x="4403" y="2218"/>
                    </a:lnTo>
                    <a:cubicBezTo>
                      <a:pt x="4370" y="2479"/>
                      <a:pt x="4265" y="2849"/>
                      <a:pt x="3935" y="2960"/>
                    </a:cubicBezTo>
                    <a:cubicBezTo>
                      <a:pt x="3701" y="3038"/>
                      <a:pt x="3515" y="3121"/>
                      <a:pt x="3371" y="3197"/>
                    </a:cubicBezTo>
                    <a:cubicBezTo>
                      <a:pt x="3391" y="2978"/>
                      <a:pt x="3455" y="2731"/>
                      <a:pt x="3607" y="2560"/>
                    </a:cubicBezTo>
                    <a:cubicBezTo>
                      <a:pt x="3814" y="2331"/>
                      <a:pt x="4163" y="2245"/>
                      <a:pt x="4403" y="2218"/>
                    </a:cubicBezTo>
                    <a:close/>
                    <a:moveTo>
                      <a:pt x="8612" y="2218"/>
                    </a:moveTo>
                    <a:lnTo>
                      <a:pt x="8612" y="2218"/>
                    </a:lnTo>
                    <a:cubicBezTo>
                      <a:pt x="8851" y="2248"/>
                      <a:pt x="9202" y="2331"/>
                      <a:pt x="9408" y="2562"/>
                    </a:cubicBezTo>
                    <a:cubicBezTo>
                      <a:pt x="9559" y="2731"/>
                      <a:pt x="9623" y="2978"/>
                      <a:pt x="9644" y="3199"/>
                    </a:cubicBezTo>
                    <a:cubicBezTo>
                      <a:pt x="9499" y="3121"/>
                      <a:pt x="9315" y="3037"/>
                      <a:pt x="9079" y="2960"/>
                    </a:cubicBezTo>
                    <a:cubicBezTo>
                      <a:pt x="8748" y="2849"/>
                      <a:pt x="8643" y="2479"/>
                      <a:pt x="8612" y="2218"/>
                    </a:cubicBezTo>
                    <a:close/>
                    <a:moveTo>
                      <a:pt x="4975" y="3678"/>
                    </a:moveTo>
                    <a:cubicBezTo>
                      <a:pt x="5282" y="3678"/>
                      <a:pt x="5533" y="3929"/>
                      <a:pt x="5533" y="4236"/>
                    </a:cubicBezTo>
                    <a:cubicBezTo>
                      <a:pt x="5533" y="4543"/>
                      <a:pt x="5282" y="4795"/>
                      <a:pt x="4975" y="4795"/>
                    </a:cubicBezTo>
                    <a:cubicBezTo>
                      <a:pt x="4668" y="4795"/>
                      <a:pt x="4416" y="4543"/>
                      <a:pt x="4416" y="4236"/>
                    </a:cubicBezTo>
                    <a:cubicBezTo>
                      <a:pt x="4418" y="3927"/>
                      <a:pt x="4668" y="3678"/>
                      <a:pt x="4975" y="3678"/>
                    </a:cubicBezTo>
                    <a:close/>
                    <a:moveTo>
                      <a:pt x="8038" y="3678"/>
                    </a:moveTo>
                    <a:cubicBezTo>
                      <a:pt x="8345" y="3678"/>
                      <a:pt x="8597" y="3929"/>
                      <a:pt x="8597" y="4236"/>
                    </a:cubicBezTo>
                    <a:cubicBezTo>
                      <a:pt x="8597" y="4543"/>
                      <a:pt x="8345" y="4795"/>
                      <a:pt x="8038" y="4795"/>
                    </a:cubicBezTo>
                    <a:cubicBezTo>
                      <a:pt x="7730" y="4795"/>
                      <a:pt x="7480" y="4543"/>
                      <a:pt x="7480" y="4236"/>
                    </a:cubicBezTo>
                    <a:cubicBezTo>
                      <a:pt x="7480" y="3927"/>
                      <a:pt x="7730" y="3678"/>
                      <a:pt x="8038" y="3678"/>
                    </a:cubicBezTo>
                    <a:close/>
                    <a:moveTo>
                      <a:pt x="1790" y="5159"/>
                    </a:moveTo>
                    <a:cubicBezTo>
                      <a:pt x="2097" y="5159"/>
                      <a:pt x="2348" y="5411"/>
                      <a:pt x="2348" y="5718"/>
                    </a:cubicBezTo>
                    <a:cubicBezTo>
                      <a:pt x="2346" y="6027"/>
                      <a:pt x="2097" y="6276"/>
                      <a:pt x="1790" y="6276"/>
                    </a:cubicBezTo>
                    <a:cubicBezTo>
                      <a:pt x="1483" y="6276"/>
                      <a:pt x="1231" y="6026"/>
                      <a:pt x="1231" y="5718"/>
                    </a:cubicBezTo>
                    <a:cubicBezTo>
                      <a:pt x="1231" y="5411"/>
                      <a:pt x="1483" y="5159"/>
                      <a:pt x="1790" y="5159"/>
                    </a:cubicBezTo>
                    <a:close/>
                    <a:moveTo>
                      <a:pt x="11226" y="5162"/>
                    </a:moveTo>
                    <a:cubicBezTo>
                      <a:pt x="11533" y="5162"/>
                      <a:pt x="11783" y="5413"/>
                      <a:pt x="11783" y="5720"/>
                    </a:cubicBezTo>
                    <a:cubicBezTo>
                      <a:pt x="11783" y="6027"/>
                      <a:pt x="11533" y="6279"/>
                      <a:pt x="11226" y="6279"/>
                    </a:cubicBezTo>
                    <a:cubicBezTo>
                      <a:pt x="10919" y="6279"/>
                      <a:pt x="10667" y="6027"/>
                      <a:pt x="10667" y="5720"/>
                    </a:cubicBezTo>
                    <a:cubicBezTo>
                      <a:pt x="10667" y="5413"/>
                      <a:pt x="10916" y="5162"/>
                      <a:pt x="11226" y="5162"/>
                    </a:cubicBezTo>
                    <a:close/>
                    <a:moveTo>
                      <a:pt x="4609" y="6393"/>
                    </a:moveTo>
                    <a:lnTo>
                      <a:pt x="4610" y="6393"/>
                    </a:lnTo>
                    <a:lnTo>
                      <a:pt x="4610" y="6393"/>
                    </a:lnTo>
                    <a:cubicBezTo>
                      <a:pt x="4610" y="6393"/>
                      <a:pt x="4610" y="6393"/>
                      <a:pt x="4609" y="6393"/>
                    </a:cubicBezTo>
                    <a:close/>
                    <a:moveTo>
                      <a:pt x="7754" y="6448"/>
                    </a:moveTo>
                    <a:lnTo>
                      <a:pt x="7754" y="6448"/>
                    </a:lnTo>
                    <a:cubicBezTo>
                      <a:pt x="7678" y="6595"/>
                      <a:pt x="7595" y="6781"/>
                      <a:pt x="7517" y="7015"/>
                    </a:cubicBezTo>
                    <a:cubicBezTo>
                      <a:pt x="7406" y="7345"/>
                      <a:pt x="7036" y="7450"/>
                      <a:pt x="6775" y="7481"/>
                    </a:cubicBezTo>
                    <a:cubicBezTo>
                      <a:pt x="6805" y="7241"/>
                      <a:pt x="6888" y="6891"/>
                      <a:pt x="7117" y="6685"/>
                    </a:cubicBezTo>
                    <a:cubicBezTo>
                      <a:pt x="7288" y="6532"/>
                      <a:pt x="7535" y="6469"/>
                      <a:pt x="7754" y="6448"/>
                    </a:cubicBezTo>
                    <a:close/>
                    <a:moveTo>
                      <a:pt x="5256" y="6451"/>
                    </a:moveTo>
                    <a:cubicBezTo>
                      <a:pt x="5474" y="6471"/>
                      <a:pt x="5722" y="6535"/>
                      <a:pt x="5893" y="6687"/>
                    </a:cubicBezTo>
                    <a:cubicBezTo>
                      <a:pt x="6123" y="6894"/>
                      <a:pt x="6207" y="7243"/>
                      <a:pt x="6236" y="7483"/>
                    </a:cubicBezTo>
                    <a:cubicBezTo>
                      <a:pt x="5976" y="7450"/>
                      <a:pt x="5605" y="7345"/>
                      <a:pt x="5494" y="7015"/>
                    </a:cubicBezTo>
                    <a:cubicBezTo>
                      <a:pt x="5414" y="6781"/>
                      <a:pt x="5332" y="6595"/>
                      <a:pt x="5256" y="6451"/>
                    </a:cubicBezTo>
                    <a:close/>
                    <a:moveTo>
                      <a:pt x="3319" y="6936"/>
                    </a:moveTo>
                    <a:cubicBezTo>
                      <a:pt x="3629" y="6949"/>
                      <a:pt x="4011" y="7024"/>
                      <a:pt x="4266" y="7253"/>
                    </a:cubicBezTo>
                    <a:cubicBezTo>
                      <a:pt x="4596" y="7547"/>
                      <a:pt x="4693" y="8057"/>
                      <a:pt x="4723" y="8364"/>
                    </a:cubicBezTo>
                    <a:cubicBezTo>
                      <a:pt x="4686" y="8360"/>
                      <a:pt x="4647" y="8357"/>
                      <a:pt x="4603" y="8349"/>
                    </a:cubicBezTo>
                    <a:cubicBezTo>
                      <a:pt x="4512" y="8325"/>
                      <a:pt x="4418" y="8304"/>
                      <a:pt x="4325" y="8289"/>
                    </a:cubicBezTo>
                    <a:cubicBezTo>
                      <a:pt x="4050" y="8207"/>
                      <a:pt x="3773" y="8045"/>
                      <a:pt x="3667" y="7730"/>
                    </a:cubicBezTo>
                    <a:cubicBezTo>
                      <a:pt x="3551" y="7382"/>
                      <a:pt x="3427" y="7123"/>
                      <a:pt x="3319" y="6936"/>
                    </a:cubicBezTo>
                    <a:close/>
                    <a:moveTo>
                      <a:pt x="9664" y="6936"/>
                    </a:moveTo>
                    <a:lnTo>
                      <a:pt x="9664" y="6936"/>
                    </a:lnTo>
                    <a:cubicBezTo>
                      <a:pt x="9556" y="7123"/>
                      <a:pt x="9432" y="7384"/>
                      <a:pt x="9316" y="7730"/>
                    </a:cubicBezTo>
                    <a:cubicBezTo>
                      <a:pt x="9204" y="8066"/>
                      <a:pt x="8896" y="8228"/>
                      <a:pt x="8606" y="8304"/>
                    </a:cubicBezTo>
                    <a:cubicBezTo>
                      <a:pt x="8558" y="8313"/>
                      <a:pt x="8508" y="8325"/>
                      <a:pt x="8460" y="8336"/>
                    </a:cubicBezTo>
                    <a:cubicBezTo>
                      <a:pt x="8388" y="8349"/>
                      <a:pt x="8321" y="8358"/>
                      <a:pt x="8259" y="8364"/>
                    </a:cubicBezTo>
                    <a:cubicBezTo>
                      <a:pt x="8289" y="8057"/>
                      <a:pt x="8388" y="7547"/>
                      <a:pt x="8717" y="7253"/>
                    </a:cubicBezTo>
                    <a:cubicBezTo>
                      <a:pt x="8971" y="7024"/>
                      <a:pt x="9354" y="6949"/>
                      <a:pt x="9664" y="6936"/>
                    </a:cubicBezTo>
                    <a:close/>
                    <a:moveTo>
                      <a:pt x="2027" y="7646"/>
                    </a:moveTo>
                    <a:cubicBezTo>
                      <a:pt x="2334" y="7646"/>
                      <a:pt x="2586" y="7898"/>
                      <a:pt x="2586" y="8205"/>
                    </a:cubicBezTo>
                    <a:cubicBezTo>
                      <a:pt x="2586" y="8512"/>
                      <a:pt x="2334" y="8763"/>
                      <a:pt x="2027" y="8763"/>
                    </a:cubicBezTo>
                    <a:cubicBezTo>
                      <a:pt x="1718" y="8763"/>
                      <a:pt x="1469" y="8512"/>
                      <a:pt x="1469" y="8205"/>
                    </a:cubicBezTo>
                    <a:cubicBezTo>
                      <a:pt x="1469" y="7898"/>
                      <a:pt x="1719" y="7646"/>
                      <a:pt x="2027" y="7646"/>
                    </a:cubicBezTo>
                    <a:close/>
                    <a:moveTo>
                      <a:pt x="10987" y="7648"/>
                    </a:moveTo>
                    <a:cubicBezTo>
                      <a:pt x="11295" y="7648"/>
                      <a:pt x="11545" y="7899"/>
                      <a:pt x="11545" y="8207"/>
                    </a:cubicBezTo>
                    <a:cubicBezTo>
                      <a:pt x="11545" y="8514"/>
                      <a:pt x="11295" y="8764"/>
                      <a:pt x="10987" y="8764"/>
                    </a:cubicBezTo>
                    <a:cubicBezTo>
                      <a:pt x="10680" y="8764"/>
                      <a:pt x="10428" y="8514"/>
                      <a:pt x="10428" y="8207"/>
                    </a:cubicBezTo>
                    <a:cubicBezTo>
                      <a:pt x="10431" y="7898"/>
                      <a:pt x="10680" y="7648"/>
                      <a:pt x="10987" y="7648"/>
                    </a:cubicBezTo>
                    <a:close/>
                    <a:moveTo>
                      <a:pt x="4071" y="9580"/>
                    </a:moveTo>
                    <a:cubicBezTo>
                      <a:pt x="4379" y="9580"/>
                      <a:pt x="4630" y="9830"/>
                      <a:pt x="4630" y="10139"/>
                    </a:cubicBezTo>
                    <a:cubicBezTo>
                      <a:pt x="4630" y="10446"/>
                      <a:pt x="4379" y="10696"/>
                      <a:pt x="4071" y="10696"/>
                    </a:cubicBezTo>
                    <a:cubicBezTo>
                      <a:pt x="3764" y="10696"/>
                      <a:pt x="3514" y="10446"/>
                      <a:pt x="3514" y="10139"/>
                    </a:cubicBezTo>
                    <a:cubicBezTo>
                      <a:pt x="3514" y="9832"/>
                      <a:pt x="3764" y="9580"/>
                      <a:pt x="4071" y="9580"/>
                    </a:cubicBezTo>
                    <a:close/>
                    <a:moveTo>
                      <a:pt x="8944" y="9580"/>
                    </a:moveTo>
                    <a:cubicBezTo>
                      <a:pt x="9252" y="9580"/>
                      <a:pt x="9504" y="9830"/>
                      <a:pt x="9504" y="10139"/>
                    </a:cubicBezTo>
                    <a:cubicBezTo>
                      <a:pt x="9504" y="10446"/>
                      <a:pt x="9252" y="10696"/>
                      <a:pt x="8944" y="10696"/>
                    </a:cubicBezTo>
                    <a:cubicBezTo>
                      <a:pt x="8637" y="10696"/>
                      <a:pt x="8387" y="10446"/>
                      <a:pt x="8387" y="10139"/>
                    </a:cubicBezTo>
                    <a:cubicBezTo>
                      <a:pt x="8387" y="9832"/>
                      <a:pt x="8637" y="9580"/>
                      <a:pt x="8944" y="9580"/>
                    </a:cubicBezTo>
                    <a:close/>
                    <a:moveTo>
                      <a:pt x="3105" y="1"/>
                    </a:moveTo>
                    <a:cubicBezTo>
                      <a:pt x="2518" y="1"/>
                      <a:pt x="2040" y="478"/>
                      <a:pt x="2040" y="1066"/>
                    </a:cubicBezTo>
                    <a:cubicBezTo>
                      <a:pt x="2040" y="1403"/>
                      <a:pt x="2199" y="1704"/>
                      <a:pt x="2445" y="1899"/>
                    </a:cubicBezTo>
                    <a:cubicBezTo>
                      <a:pt x="2391" y="1929"/>
                      <a:pt x="2339" y="1961"/>
                      <a:pt x="2286" y="1994"/>
                    </a:cubicBezTo>
                    <a:cubicBezTo>
                      <a:pt x="2106" y="1856"/>
                      <a:pt x="1881" y="1773"/>
                      <a:pt x="1643" y="1773"/>
                    </a:cubicBezTo>
                    <a:cubicBezTo>
                      <a:pt x="1057" y="1773"/>
                      <a:pt x="577" y="2251"/>
                      <a:pt x="577" y="2840"/>
                    </a:cubicBezTo>
                    <a:cubicBezTo>
                      <a:pt x="577" y="3362"/>
                      <a:pt x="949" y="3803"/>
                      <a:pt x="1465" y="3891"/>
                    </a:cubicBezTo>
                    <a:cubicBezTo>
                      <a:pt x="1480" y="3893"/>
                      <a:pt x="1493" y="3894"/>
                      <a:pt x="1508" y="3894"/>
                    </a:cubicBezTo>
                    <a:cubicBezTo>
                      <a:pt x="1697" y="3894"/>
                      <a:pt x="1853" y="3681"/>
                      <a:pt x="1699" y="3449"/>
                    </a:cubicBezTo>
                    <a:cubicBezTo>
                      <a:pt x="1679" y="3419"/>
                      <a:pt x="1645" y="3400"/>
                      <a:pt x="1607" y="3397"/>
                    </a:cubicBezTo>
                    <a:cubicBezTo>
                      <a:pt x="1196" y="3368"/>
                      <a:pt x="930" y="2917"/>
                      <a:pt x="1187" y="2499"/>
                    </a:cubicBezTo>
                    <a:cubicBezTo>
                      <a:pt x="1202" y="2473"/>
                      <a:pt x="1223" y="2451"/>
                      <a:pt x="1247" y="2431"/>
                    </a:cubicBezTo>
                    <a:cubicBezTo>
                      <a:pt x="1377" y="2326"/>
                      <a:pt x="1514" y="2281"/>
                      <a:pt x="1644" y="2281"/>
                    </a:cubicBezTo>
                    <a:cubicBezTo>
                      <a:pt x="1938" y="2281"/>
                      <a:pt x="2189" y="2516"/>
                      <a:pt x="2201" y="2815"/>
                    </a:cubicBezTo>
                    <a:cubicBezTo>
                      <a:pt x="2204" y="2851"/>
                      <a:pt x="2220" y="2885"/>
                      <a:pt x="2249" y="2905"/>
                    </a:cubicBezTo>
                    <a:cubicBezTo>
                      <a:pt x="2317" y="2954"/>
                      <a:pt x="2384" y="2974"/>
                      <a:pt x="2445" y="2974"/>
                    </a:cubicBezTo>
                    <a:cubicBezTo>
                      <a:pt x="2603" y="2974"/>
                      <a:pt x="2719" y="2835"/>
                      <a:pt x="2695" y="2683"/>
                    </a:cubicBezTo>
                    <a:cubicBezTo>
                      <a:pt x="2680" y="2580"/>
                      <a:pt x="2650" y="2481"/>
                      <a:pt x="2608" y="2391"/>
                    </a:cubicBezTo>
                    <a:cubicBezTo>
                      <a:pt x="2833" y="2256"/>
                      <a:pt x="3076" y="2160"/>
                      <a:pt x="3329" y="2106"/>
                    </a:cubicBezTo>
                    <a:lnTo>
                      <a:pt x="3329" y="2106"/>
                    </a:lnTo>
                    <a:cubicBezTo>
                      <a:pt x="3292" y="2137"/>
                      <a:pt x="3256" y="2173"/>
                      <a:pt x="3223" y="2211"/>
                    </a:cubicBezTo>
                    <a:cubicBezTo>
                      <a:pt x="2713" y="2780"/>
                      <a:pt x="2875" y="3711"/>
                      <a:pt x="2878" y="3720"/>
                    </a:cubicBezTo>
                    <a:lnTo>
                      <a:pt x="2880" y="3720"/>
                    </a:lnTo>
                    <a:cubicBezTo>
                      <a:pt x="2905" y="3831"/>
                      <a:pt x="3007" y="3914"/>
                      <a:pt x="3126" y="3914"/>
                    </a:cubicBezTo>
                    <a:cubicBezTo>
                      <a:pt x="3200" y="3914"/>
                      <a:pt x="3265" y="3882"/>
                      <a:pt x="3313" y="3830"/>
                    </a:cubicBezTo>
                    <a:lnTo>
                      <a:pt x="3313" y="3830"/>
                    </a:lnTo>
                    <a:lnTo>
                      <a:pt x="3308" y="3833"/>
                    </a:lnTo>
                    <a:cubicBezTo>
                      <a:pt x="3310" y="3831"/>
                      <a:pt x="3518" y="3620"/>
                      <a:pt x="4089" y="3428"/>
                    </a:cubicBezTo>
                    <a:cubicBezTo>
                      <a:pt x="4596" y="3260"/>
                      <a:pt x="4830" y="2770"/>
                      <a:pt x="4897" y="2296"/>
                    </a:cubicBezTo>
                    <a:cubicBezTo>
                      <a:pt x="5696" y="2688"/>
                      <a:pt x="6246" y="3507"/>
                      <a:pt x="6248" y="4453"/>
                    </a:cubicBezTo>
                    <a:lnTo>
                      <a:pt x="6248" y="4467"/>
                    </a:lnTo>
                    <a:lnTo>
                      <a:pt x="6248" y="4468"/>
                    </a:lnTo>
                    <a:lnTo>
                      <a:pt x="6248" y="5874"/>
                    </a:lnTo>
                    <a:cubicBezTo>
                      <a:pt x="6057" y="5589"/>
                      <a:pt x="5813" y="5339"/>
                      <a:pt x="5531" y="5140"/>
                    </a:cubicBezTo>
                    <a:cubicBezTo>
                      <a:pt x="5836" y="4952"/>
                      <a:pt x="6041" y="4615"/>
                      <a:pt x="6041" y="4233"/>
                    </a:cubicBezTo>
                    <a:cubicBezTo>
                      <a:pt x="6041" y="3645"/>
                      <a:pt x="5563" y="3169"/>
                      <a:pt x="4977" y="3169"/>
                    </a:cubicBezTo>
                    <a:cubicBezTo>
                      <a:pt x="4391" y="3169"/>
                      <a:pt x="3912" y="3645"/>
                      <a:pt x="3912" y="4233"/>
                    </a:cubicBezTo>
                    <a:cubicBezTo>
                      <a:pt x="3912" y="4363"/>
                      <a:pt x="3936" y="4489"/>
                      <a:pt x="3980" y="4605"/>
                    </a:cubicBezTo>
                    <a:cubicBezTo>
                      <a:pt x="3935" y="4603"/>
                      <a:pt x="3891" y="4602"/>
                      <a:pt x="3846" y="4602"/>
                    </a:cubicBezTo>
                    <a:cubicBezTo>
                      <a:pt x="3379" y="4602"/>
                      <a:pt x="2917" y="4714"/>
                      <a:pt x="2505" y="4927"/>
                    </a:cubicBezTo>
                    <a:cubicBezTo>
                      <a:pt x="2316" y="4756"/>
                      <a:pt x="2064" y="4653"/>
                      <a:pt x="1791" y="4653"/>
                    </a:cubicBezTo>
                    <a:cubicBezTo>
                      <a:pt x="1205" y="4653"/>
                      <a:pt x="727" y="5129"/>
                      <a:pt x="727" y="5717"/>
                    </a:cubicBezTo>
                    <a:cubicBezTo>
                      <a:pt x="727" y="6303"/>
                      <a:pt x="1205" y="6781"/>
                      <a:pt x="1791" y="6781"/>
                    </a:cubicBezTo>
                    <a:cubicBezTo>
                      <a:pt x="2378" y="6781"/>
                      <a:pt x="2856" y="6303"/>
                      <a:pt x="2856" y="5717"/>
                    </a:cubicBezTo>
                    <a:cubicBezTo>
                      <a:pt x="2856" y="5589"/>
                      <a:pt x="2833" y="5465"/>
                      <a:pt x="2791" y="5351"/>
                    </a:cubicBezTo>
                    <a:cubicBezTo>
                      <a:pt x="3120" y="5192"/>
                      <a:pt x="3479" y="5107"/>
                      <a:pt x="3846" y="5107"/>
                    </a:cubicBezTo>
                    <a:cubicBezTo>
                      <a:pt x="4614" y="5107"/>
                      <a:pt x="5299" y="5467"/>
                      <a:pt x="5738" y="6029"/>
                    </a:cubicBezTo>
                    <a:cubicBezTo>
                      <a:pt x="5503" y="5953"/>
                      <a:pt x="5266" y="5932"/>
                      <a:pt x="5079" y="5932"/>
                    </a:cubicBezTo>
                    <a:cubicBezTo>
                      <a:pt x="4938" y="5932"/>
                      <a:pt x="4827" y="5944"/>
                      <a:pt x="4768" y="5952"/>
                    </a:cubicBezTo>
                    <a:cubicBezTo>
                      <a:pt x="4635" y="5960"/>
                      <a:pt x="4529" y="6071"/>
                      <a:pt x="4529" y="6206"/>
                    </a:cubicBezTo>
                    <a:cubicBezTo>
                      <a:pt x="4529" y="6281"/>
                      <a:pt x="4563" y="6348"/>
                      <a:pt x="4612" y="6394"/>
                    </a:cubicBezTo>
                    <a:lnTo>
                      <a:pt x="4612" y="6396"/>
                    </a:lnTo>
                    <a:lnTo>
                      <a:pt x="4610" y="6393"/>
                    </a:lnTo>
                    <a:lnTo>
                      <a:pt x="4610" y="6393"/>
                    </a:lnTo>
                    <a:cubicBezTo>
                      <a:pt x="4621" y="6404"/>
                      <a:pt x="4827" y="6616"/>
                      <a:pt x="5014" y="7174"/>
                    </a:cubicBezTo>
                    <a:cubicBezTo>
                      <a:pt x="5196" y="7718"/>
                      <a:pt x="5749" y="7947"/>
                      <a:pt x="6275" y="7992"/>
                    </a:cubicBezTo>
                    <a:lnTo>
                      <a:pt x="6275" y="9521"/>
                    </a:lnTo>
                    <a:cubicBezTo>
                      <a:pt x="5993" y="9143"/>
                      <a:pt x="5650" y="8827"/>
                      <a:pt x="5244" y="8605"/>
                    </a:cubicBezTo>
                    <a:cubicBezTo>
                      <a:pt x="5247" y="8405"/>
                      <a:pt x="5224" y="7427"/>
                      <a:pt x="4605" y="6873"/>
                    </a:cubicBezTo>
                    <a:cubicBezTo>
                      <a:pt x="4186" y="6498"/>
                      <a:pt x="3604" y="6424"/>
                      <a:pt x="3210" y="6424"/>
                    </a:cubicBezTo>
                    <a:cubicBezTo>
                      <a:pt x="3031" y="6424"/>
                      <a:pt x="2891" y="6439"/>
                      <a:pt x="2823" y="6448"/>
                    </a:cubicBezTo>
                    <a:cubicBezTo>
                      <a:pt x="2760" y="6453"/>
                      <a:pt x="2698" y="6481"/>
                      <a:pt x="2650" y="6531"/>
                    </a:cubicBezTo>
                    <a:cubicBezTo>
                      <a:pt x="2557" y="6634"/>
                      <a:pt x="2565" y="6793"/>
                      <a:pt x="2668" y="6889"/>
                    </a:cubicBezTo>
                    <a:cubicBezTo>
                      <a:pt x="2677" y="6898"/>
                      <a:pt x="2947" y="7165"/>
                      <a:pt x="3188" y="7887"/>
                    </a:cubicBezTo>
                    <a:cubicBezTo>
                      <a:pt x="3239" y="8037"/>
                      <a:pt x="3313" y="8168"/>
                      <a:pt x="3404" y="8280"/>
                    </a:cubicBezTo>
                    <a:cubicBezTo>
                      <a:pt x="3295" y="8297"/>
                      <a:pt x="3188" y="8319"/>
                      <a:pt x="3082" y="8348"/>
                    </a:cubicBezTo>
                    <a:cubicBezTo>
                      <a:pt x="3090" y="8300"/>
                      <a:pt x="3091" y="8252"/>
                      <a:pt x="3091" y="8201"/>
                    </a:cubicBezTo>
                    <a:cubicBezTo>
                      <a:pt x="3091" y="7615"/>
                      <a:pt x="2613" y="7136"/>
                      <a:pt x="2027" y="7136"/>
                    </a:cubicBezTo>
                    <a:cubicBezTo>
                      <a:pt x="1441" y="7136"/>
                      <a:pt x="963" y="7615"/>
                      <a:pt x="963" y="8201"/>
                    </a:cubicBezTo>
                    <a:cubicBezTo>
                      <a:pt x="963" y="8667"/>
                      <a:pt x="1264" y="9063"/>
                      <a:pt x="1682" y="9206"/>
                    </a:cubicBezTo>
                    <a:cubicBezTo>
                      <a:pt x="1613" y="9284"/>
                      <a:pt x="1547" y="9364"/>
                      <a:pt x="1486" y="9451"/>
                    </a:cubicBezTo>
                    <a:cubicBezTo>
                      <a:pt x="1358" y="9397"/>
                      <a:pt x="1219" y="9368"/>
                      <a:pt x="1073" y="9368"/>
                    </a:cubicBezTo>
                    <a:cubicBezTo>
                      <a:pt x="549" y="9368"/>
                      <a:pt x="95" y="9760"/>
                      <a:pt x="20" y="10277"/>
                    </a:cubicBezTo>
                    <a:cubicBezTo>
                      <a:pt x="0" y="10416"/>
                      <a:pt x="95" y="10545"/>
                      <a:pt x="234" y="10566"/>
                    </a:cubicBezTo>
                    <a:cubicBezTo>
                      <a:pt x="246" y="10568"/>
                      <a:pt x="258" y="10569"/>
                      <a:pt x="270" y="10569"/>
                    </a:cubicBezTo>
                    <a:cubicBezTo>
                      <a:pt x="394" y="10569"/>
                      <a:pt x="504" y="10479"/>
                      <a:pt x="522" y="10352"/>
                    </a:cubicBezTo>
                    <a:cubicBezTo>
                      <a:pt x="562" y="10080"/>
                      <a:pt x="799" y="9876"/>
                      <a:pt x="1075" y="9876"/>
                    </a:cubicBezTo>
                    <a:cubicBezTo>
                      <a:pt x="1382" y="9876"/>
                      <a:pt x="1634" y="10127"/>
                      <a:pt x="1634" y="10434"/>
                    </a:cubicBezTo>
                    <a:cubicBezTo>
                      <a:pt x="1634" y="10708"/>
                      <a:pt x="1439" y="10938"/>
                      <a:pt x="1169" y="10986"/>
                    </a:cubicBezTo>
                    <a:cubicBezTo>
                      <a:pt x="1030" y="11008"/>
                      <a:pt x="939" y="11139"/>
                      <a:pt x="961" y="11278"/>
                    </a:cubicBezTo>
                    <a:cubicBezTo>
                      <a:pt x="982" y="11401"/>
                      <a:pt x="1088" y="11489"/>
                      <a:pt x="1210" y="11489"/>
                    </a:cubicBezTo>
                    <a:cubicBezTo>
                      <a:pt x="1223" y="11489"/>
                      <a:pt x="1238" y="11488"/>
                      <a:pt x="1253" y="11485"/>
                    </a:cubicBezTo>
                    <a:cubicBezTo>
                      <a:pt x="1769" y="11399"/>
                      <a:pt x="2141" y="10957"/>
                      <a:pt x="2141" y="10434"/>
                    </a:cubicBezTo>
                    <a:cubicBezTo>
                      <a:pt x="2141" y="10176"/>
                      <a:pt x="2049" y="9939"/>
                      <a:pt x="1896" y="9754"/>
                    </a:cubicBezTo>
                    <a:cubicBezTo>
                      <a:pt x="2349" y="9127"/>
                      <a:pt x="3075" y="8754"/>
                      <a:pt x="3849" y="8754"/>
                    </a:cubicBezTo>
                    <a:cubicBezTo>
                      <a:pt x="3909" y="8754"/>
                      <a:pt x="3972" y="8755"/>
                      <a:pt x="4029" y="8761"/>
                    </a:cubicBezTo>
                    <a:cubicBezTo>
                      <a:pt x="3950" y="8857"/>
                      <a:pt x="3887" y="8971"/>
                      <a:pt x="3854" y="9094"/>
                    </a:cubicBezTo>
                    <a:cubicBezTo>
                      <a:pt x="3373" y="9197"/>
                      <a:pt x="3010" y="9625"/>
                      <a:pt x="3010" y="10136"/>
                    </a:cubicBezTo>
                    <a:cubicBezTo>
                      <a:pt x="3010" y="10723"/>
                      <a:pt x="3488" y="11200"/>
                      <a:pt x="4074" y="11200"/>
                    </a:cubicBezTo>
                    <a:cubicBezTo>
                      <a:pt x="4662" y="11200"/>
                      <a:pt x="5139" y="10723"/>
                      <a:pt x="5139" y="10136"/>
                    </a:cubicBezTo>
                    <a:cubicBezTo>
                      <a:pt x="5139" y="9659"/>
                      <a:pt x="4824" y="9254"/>
                      <a:pt x="4392" y="9120"/>
                    </a:cubicBezTo>
                    <a:cubicBezTo>
                      <a:pt x="4457" y="9022"/>
                      <a:pt x="4569" y="8958"/>
                      <a:pt x="4695" y="8958"/>
                    </a:cubicBezTo>
                    <a:cubicBezTo>
                      <a:pt x="4725" y="8958"/>
                      <a:pt x="4753" y="8952"/>
                      <a:pt x="4782" y="8943"/>
                    </a:cubicBezTo>
                    <a:cubicBezTo>
                      <a:pt x="5645" y="9308"/>
                      <a:pt x="6254" y="10163"/>
                      <a:pt x="6252" y="11155"/>
                    </a:cubicBezTo>
                    <a:lnTo>
                      <a:pt x="6252" y="12305"/>
                    </a:lnTo>
                    <a:lnTo>
                      <a:pt x="4497" y="12305"/>
                    </a:lnTo>
                    <a:cubicBezTo>
                      <a:pt x="4356" y="12312"/>
                      <a:pt x="4244" y="12425"/>
                      <a:pt x="4244" y="12564"/>
                    </a:cubicBezTo>
                    <a:cubicBezTo>
                      <a:pt x="4244" y="12705"/>
                      <a:pt x="4497" y="12811"/>
                      <a:pt x="4497" y="12811"/>
                    </a:cubicBezTo>
                    <a:lnTo>
                      <a:pt x="12741" y="12811"/>
                    </a:lnTo>
                    <a:cubicBezTo>
                      <a:pt x="12869" y="12811"/>
                      <a:pt x="12983" y="12721"/>
                      <a:pt x="12999" y="12597"/>
                    </a:cubicBezTo>
                    <a:cubicBezTo>
                      <a:pt x="13020" y="12441"/>
                      <a:pt x="12899" y="12306"/>
                      <a:pt x="12747" y="12306"/>
                    </a:cubicBezTo>
                    <a:lnTo>
                      <a:pt x="6756" y="12306"/>
                    </a:lnTo>
                    <a:lnTo>
                      <a:pt x="6756" y="11160"/>
                    </a:lnTo>
                    <a:lnTo>
                      <a:pt x="6756" y="11158"/>
                    </a:lnTo>
                    <a:lnTo>
                      <a:pt x="6756" y="11154"/>
                    </a:lnTo>
                    <a:cubicBezTo>
                      <a:pt x="6759" y="10157"/>
                      <a:pt x="7368" y="9301"/>
                      <a:pt x="8235" y="8935"/>
                    </a:cubicBezTo>
                    <a:cubicBezTo>
                      <a:pt x="8262" y="8944"/>
                      <a:pt x="8292" y="8952"/>
                      <a:pt x="8322" y="8952"/>
                    </a:cubicBezTo>
                    <a:cubicBezTo>
                      <a:pt x="8448" y="8952"/>
                      <a:pt x="8561" y="9016"/>
                      <a:pt x="8627" y="9114"/>
                    </a:cubicBezTo>
                    <a:cubicBezTo>
                      <a:pt x="8168" y="9257"/>
                      <a:pt x="7840" y="9704"/>
                      <a:pt x="7880" y="10218"/>
                    </a:cubicBezTo>
                    <a:cubicBezTo>
                      <a:pt x="7922" y="10738"/>
                      <a:pt x="8342" y="11154"/>
                      <a:pt x="8860" y="11193"/>
                    </a:cubicBezTo>
                    <a:cubicBezTo>
                      <a:pt x="8889" y="11195"/>
                      <a:pt x="8916" y="11196"/>
                      <a:pt x="8944" y="11196"/>
                    </a:cubicBezTo>
                    <a:cubicBezTo>
                      <a:pt x="9530" y="11196"/>
                      <a:pt x="10007" y="10718"/>
                      <a:pt x="10007" y="10131"/>
                    </a:cubicBezTo>
                    <a:cubicBezTo>
                      <a:pt x="10007" y="9619"/>
                      <a:pt x="9646" y="9191"/>
                      <a:pt x="9165" y="9090"/>
                    </a:cubicBezTo>
                    <a:cubicBezTo>
                      <a:pt x="9130" y="8964"/>
                      <a:pt x="9069" y="8851"/>
                      <a:pt x="8988" y="8755"/>
                    </a:cubicBezTo>
                    <a:cubicBezTo>
                      <a:pt x="9046" y="8752"/>
                      <a:pt x="9105" y="8749"/>
                      <a:pt x="9165" y="8749"/>
                    </a:cubicBezTo>
                    <a:cubicBezTo>
                      <a:pt x="9940" y="8749"/>
                      <a:pt x="10664" y="9121"/>
                      <a:pt x="11116" y="9746"/>
                    </a:cubicBezTo>
                    <a:cubicBezTo>
                      <a:pt x="10993" y="9893"/>
                      <a:pt x="10907" y="10074"/>
                      <a:pt x="10877" y="10275"/>
                    </a:cubicBezTo>
                    <a:cubicBezTo>
                      <a:pt x="10856" y="10413"/>
                      <a:pt x="10952" y="10542"/>
                      <a:pt x="11091" y="10563"/>
                    </a:cubicBezTo>
                    <a:cubicBezTo>
                      <a:pt x="11104" y="10565"/>
                      <a:pt x="11116" y="10566"/>
                      <a:pt x="11129" y="10566"/>
                    </a:cubicBezTo>
                    <a:cubicBezTo>
                      <a:pt x="11252" y="10566"/>
                      <a:pt x="11360" y="10475"/>
                      <a:pt x="11379" y="10350"/>
                    </a:cubicBezTo>
                    <a:cubicBezTo>
                      <a:pt x="11418" y="10077"/>
                      <a:pt x="11656" y="9873"/>
                      <a:pt x="11932" y="9873"/>
                    </a:cubicBezTo>
                    <a:cubicBezTo>
                      <a:pt x="12239" y="9873"/>
                      <a:pt x="12489" y="10125"/>
                      <a:pt x="12489" y="10433"/>
                    </a:cubicBezTo>
                    <a:cubicBezTo>
                      <a:pt x="12489" y="10704"/>
                      <a:pt x="12298" y="10935"/>
                      <a:pt x="12031" y="10981"/>
                    </a:cubicBezTo>
                    <a:cubicBezTo>
                      <a:pt x="11923" y="11001"/>
                      <a:pt x="11830" y="11085"/>
                      <a:pt x="11815" y="11196"/>
                    </a:cubicBezTo>
                    <a:cubicBezTo>
                      <a:pt x="11795" y="11360"/>
                      <a:pt x="11920" y="11488"/>
                      <a:pt x="12067" y="11488"/>
                    </a:cubicBezTo>
                    <a:cubicBezTo>
                      <a:pt x="12080" y="11488"/>
                      <a:pt x="12095" y="11485"/>
                      <a:pt x="12110" y="11483"/>
                    </a:cubicBezTo>
                    <a:cubicBezTo>
                      <a:pt x="12624" y="11398"/>
                      <a:pt x="12998" y="10956"/>
                      <a:pt x="12998" y="10433"/>
                    </a:cubicBezTo>
                    <a:cubicBezTo>
                      <a:pt x="12998" y="9843"/>
                      <a:pt x="12519" y="9367"/>
                      <a:pt x="11932" y="9367"/>
                    </a:cubicBezTo>
                    <a:lnTo>
                      <a:pt x="11930" y="9367"/>
                    </a:lnTo>
                    <a:cubicBezTo>
                      <a:pt x="11788" y="9367"/>
                      <a:pt x="11650" y="9394"/>
                      <a:pt x="11526" y="9446"/>
                    </a:cubicBezTo>
                    <a:cubicBezTo>
                      <a:pt x="11463" y="9362"/>
                      <a:pt x="11398" y="9281"/>
                      <a:pt x="11331" y="9205"/>
                    </a:cubicBezTo>
                    <a:cubicBezTo>
                      <a:pt x="11953" y="8992"/>
                      <a:pt x="12316" y="8217"/>
                      <a:pt x="11813" y="7489"/>
                    </a:cubicBezTo>
                    <a:cubicBezTo>
                      <a:pt x="11782" y="7442"/>
                      <a:pt x="11740" y="7400"/>
                      <a:pt x="11693" y="7369"/>
                    </a:cubicBezTo>
                    <a:cubicBezTo>
                      <a:pt x="11455" y="7205"/>
                      <a:pt x="11211" y="7134"/>
                      <a:pt x="10984" y="7134"/>
                    </a:cubicBezTo>
                    <a:cubicBezTo>
                      <a:pt x="10397" y="7134"/>
                      <a:pt x="9919" y="7611"/>
                      <a:pt x="9919" y="8199"/>
                    </a:cubicBezTo>
                    <a:cubicBezTo>
                      <a:pt x="9919" y="8247"/>
                      <a:pt x="9923" y="8297"/>
                      <a:pt x="9928" y="8345"/>
                    </a:cubicBezTo>
                    <a:cubicBezTo>
                      <a:pt x="9814" y="8313"/>
                      <a:pt x="9698" y="8291"/>
                      <a:pt x="9578" y="8273"/>
                    </a:cubicBezTo>
                    <a:cubicBezTo>
                      <a:pt x="9668" y="8162"/>
                      <a:pt x="9740" y="8033"/>
                      <a:pt x="9791" y="7884"/>
                    </a:cubicBezTo>
                    <a:cubicBezTo>
                      <a:pt x="10033" y="7160"/>
                      <a:pt x="10302" y="6895"/>
                      <a:pt x="10313" y="6886"/>
                    </a:cubicBezTo>
                    <a:cubicBezTo>
                      <a:pt x="10415" y="6792"/>
                      <a:pt x="10422" y="6633"/>
                      <a:pt x="10329" y="6528"/>
                    </a:cubicBezTo>
                    <a:cubicBezTo>
                      <a:pt x="10283" y="6477"/>
                      <a:pt x="10220" y="6448"/>
                      <a:pt x="10156" y="6445"/>
                    </a:cubicBezTo>
                    <a:cubicBezTo>
                      <a:pt x="10086" y="6436"/>
                      <a:pt x="9945" y="6421"/>
                      <a:pt x="9766" y="6421"/>
                    </a:cubicBezTo>
                    <a:cubicBezTo>
                      <a:pt x="9372" y="6421"/>
                      <a:pt x="8793" y="6495"/>
                      <a:pt x="8375" y="6868"/>
                    </a:cubicBezTo>
                    <a:cubicBezTo>
                      <a:pt x="7736" y="7441"/>
                      <a:pt x="7732" y="8464"/>
                      <a:pt x="7736" y="8617"/>
                    </a:cubicBezTo>
                    <a:cubicBezTo>
                      <a:pt x="7345" y="8838"/>
                      <a:pt x="7009" y="9146"/>
                      <a:pt x="6756" y="9517"/>
                    </a:cubicBezTo>
                    <a:lnTo>
                      <a:pt x="6756" y="7988"/>
                    </a:lnTo>
                    <a:cubicBezTo>
                      <a:pt x="7260" y="7943"/>
                      <a:pt x="7813" y="7712"/>
                      <a:pt x="7994" y="7168"/>
                    </a:cubicBezTo>
                    <a:cubicBezTo>
                      <a:pt x="8173" y="6635"/>
                      <a:pt x="8369" y="6418"/>
                      <a:pt x="8396" y="6390"/>
                    </a:cubicBezTo>
                    <a:lnTo>
                      <a:pt x="8396" y="6390"/>
                    </a:lnTo>
                    <a:lnTo>
                      <a:pt x="8396" y="6391"/>
                    </a:lnTo>
                    <a:lnTo>
                      <a:pt x="8399" y="6387"/>
                    </a:lnTo>
                    <a:lnTo>
                      <a:pt x="8399" y="6387"/>
                    </a:lnTo>
                    <a:cubicBezTo>
                      <a:pt x="8399" y="6387"/>
                      <a:pt x="8398" y="6388"/>
                      <a:pt x="8396" y="6390"/>
                    </a:cubicBezTo>
                    <a:lnTo>
                      <a:pt x="8396" y="6390"/>
                    </a:lnTo>
                    <a:lnTo>
                      <a:pt x="8396" y="6388"/>
                    </a:lnTo>
                    <a:cubicBezTo>
                      <a:pt x="8448" y="6342"/>
                      <a:pt x="8480" y="6275"/>
                      <a:pt x="8480" y="6200"/>
                    </a:cubicBezTo>
                    <a:cubicBezTo>
                      <a:pt x="8480" y="6065"/>
                      <a:pt x="8373" y="5954"/>
                      <a:pt x="8240" y="5946"/>
                    </a:cubicBezTo>
                    <a:cubicBezTo>
                      <a:pt x="8182" y="5939"/>
                      <a:pt x="8072" y="5927"/>
                      <a:pt x="7933" y="5927"/>
                    </a:cubicBezTo>
                    <a:cubicBezTo>
                      <a:pt x="7746" y="5927"/>
                      <a:pt x="7507" y="5948"/>
                      <a:pt x="7272" y="6024"/>
                    </a:cubicBezTo>
                    <a:cubicBezTo>
                      <a:pt x="7714" y="5464"/>
                      <a:pt x="8397" y="5104"/>
                      <a:pt x="9163" y="5104"/>
                    </a:cubicBezTo>
                    <a:cubicBezTo>
                      <a:pt x="9530" y="5104"/>
                      <a:pt x="9893" y="5188"/>
                      <a:pt x="10219" y="5347"/>
                    </a:cubicBezTo>
                    <a:cubicBezTo>
                      <a:pt x="10103" y="5661"/>
                      <a:pt x="10133" y="6048"/>
                      <a:pt x="10389" y="6420"/>
                    </a:cubicBezTo>
                    <a:cubicBezTo>
                      <a:pt x="10421" y="6468"/>
                      <a:pt x="10460" y="6507"/>
                      <a:pt x="10508" y="6538"/>
                    </a:cubicBezTo>
                    <a:cubicBezTo>
                      <a:pt x="10747" y="6704"/>
                      <a:pt x="10992" y="6776"/>
                      <a:pt x="11220" y="6776"/>
                    </a:cubicBezTo>
                    <a:cubicBezTo>
                      <a:pt x="12035" y="6776"/>
                      <a:pt x="12639" y="5856"/>
                      <a:pt x="12047" y="5000"/>
                    </a:cubicBezTo>
                    <a:cubicBezTo>
                      <a:pt x="12016" y="4954"/>
                      <a:pt x="11977" y="4913"/>
                      <a:pt x="11929" y="4882"/>
                    </a:cubicBezTo>
                    <a:cubicBezTo>
                      <a:pt x="11690" y="4718"/>
                      <a:pt x="11447" y="4646"/>
                      <a:pt x="11219" y="4646"/>
                    </a:cubicBezTo>
                    <a:cubicBezTo>
                      <a:pt x="10944" y="4646"/>
                      <a:pt x="10693" y="4750"/>
                      <a:pt x="10505" y="4921"/>
                    </a:cubicBezTo>
                    <a:cubicBezTo>
                      <a:pt x="10093" y="4708"/>
                      <a:pt x="9632" y="4596"/>
                      <a:pt x="9163" y="4596"/>
                    </a:cubicBezTo>
                    <a:cubicBezTo>
                      <a:pt x="9118" y="4596"/>
                      <a:pt x="9076" y="4597"/>
                      <a:pt x="9031" y="4600"/>
                    </a:cubicBezTo>
                    <a:cubicBezTo>
                      <a:pt x="9151" y="4281"/>
                      <a:pt x="9123" y="3891"/>
                      <a:pt x="8856" y="3513"/>
                    </a:cubicBezTo>
                    <a:cubicBezTo>
                      <a:pt x="8824" y="3468"/>
                      <a:pt x="8784" y="3427"/>
                      <a:pt x="8739" y="3397"/>
                    </a:cubicBezTo>
                    <a:cubicBezTo>
                      <a:pt x="8502" y="3235"/>
                      <a:pt x="8260" y="3164"/>
                      <a:pt x="8034" y="3164"/>
                    </a:cubicBezTo>
                    <a:cubicBezTo>
                      <a:pt x="7447" y="3164"/>
                      <a:pt x="6970" y="3642"/>
                      <a:pt x="6970" y="4228"/>
                    </a:cubicBezTo>
                    <a:cubicBezTo>
                      <a:pt x="6970" y="4612"/>
                      <a:pt x="7174" y="4948"/>
                      <a:pt x="7478" y="5135"/>
                    </a:cubicBezTo>
                    <a:cubicBezTo>
                      <a:pt x="7197" y="5336"/>
                      <a:pt x="6951" y="5585"/>
                      <a:pt x="6756" y="5870"/>
                    </a:cubicBezTo>
                    <a:lnTo>
                      <a:pt x="6756" y="4467"/>
                    </a:lnTo>
                    <a:lnTo>
                      <a:pt x="6756" y="4464"/>
                    </a:lnTo>
                    <a:lnTo>
                      <a:pt x="6756" y="4461"/>
                    </a:lnTo>
                    <a:cubicBezTo>
                      <a:pt x="6759" y="3512"/>
                      <a:pt x="7309" y="2692"/>
                      <a:pt x="8108" y="2301"/>
                    </a:cubicBezTo>
                    <a:cubicBezTo>
                      <a:pt x="8175" y="2774"/>
                      <a:pt x="8409" y="3263"/>
                      <a:pt x="8914" y="3433"/>
                    </a:cubicBezTo>
                    <a:cubicBezTo>
                      <a:pt x="9487" y="3623"/>
                      <a:pt x="9694" y="3834"/>
                      <a:pt x="9697" y="3837"/>
                    </a:cubicBezTo>
                    <a:lnTo>
                      <a:pt x="9694" y="3833"/>
                    </a:lnTo>
                    <a:lnTo>
                      <a:pt x="9694" y="3833"/>
                    </a:lnTo>
                    <a:cubicBezTo>
                      <a:pt x="9742" y="3885"/>
                      <a:pt x="9809" y="3917"/>
                      <a:pt x="9881" y="3917"/>
                    </a:cubicBezTo>
                    <a:cubicBezTo>
                      <a:pt x="10001" y="3917"/>
                      <a:pt x="10102" y="3834"/>
                      <a:pt x="10127" y="3725"/>
                    </a:cubicBezTo>
                    <a:lnTo>
                      <a:pt x="10127" y="3719"/>
                    </a:lnTo>
                    <a:lnTo>
                      <a:pt x="10133" y="3684"/>
                    </a:lnTo>
                    <a:cubicBezTo>
                      <a:pt x="10157" y="3503"/>
                      <a:pt x="10232" y="2718"/>
                      <a:pt x="9782" y="2214"/>
                    </a:cubicBezTo>
                    <a:cubicBezTo>
                      <a:pt x="9749" y="2176"/>
                      <a:pt x="9713" y="2140"/>
                      <a:pt x="9676" y="2109"/>
                    </a:cubicBezTo>
                    <a:lnTo>
                      <a:pt x="9676" y="2109"/>
                    </a:lnTo>
                    <a:cubicBezTo>
                      <a:pt x="9932" y="2166"/>
                      <a:pt x="10178" y="2260"/>
                      <a:pt x="10404" y="2398"/>
                    </a:cubicBezTo>
                    <a:cubicBezTo>
                      <a:pt x="10362" y="2488"/>
                      <a:pt x="10334" y="2586"/>
                      <a:pt x="10317" y="2686"/>
                    </a:cubicBezTo>
                    <a:cubicBezTo>
                      <a:pt x="10298" y="2825"/>
                      <a:pt x="10392" y="2954"/>
                      <a:pt x="10532" y="2975"/>
                    </a:cubicBezTo>
                    <a:cubicBezTo>
                      <a:pt x="10544" y="2977"/>
                      <a:pt x="10556" y="2978"/>
                      <a:pt x="10568" y="2978"/>
                    </a:cubicBezTo>
                    <a:cubicBezTo>
                      <a:pt x="10692" y="2978"/>
                      <a:pt x="10802" y="2888"/>
                      <a:pt x="10820" y="2761"/>
                    </a:cubicBezTo>
                    <a:cubicBezTo>
                      <a:pt x="10860" y="2490"/>
                      <a:pt x="11097" y="2286"/>
                      <a:pt x="11373" y="2286"/>
                    </a:cubicBezTo>
                    <a:cubicBezTo>
                      <a:pt x="11680" y="2286"/>
                      <a:pt x="11932" y="2536"/>
                      <a:pt x="11932" y="2843"/>
                    </a:cubicBezTo>
                    <a:cubicBezTo>
                      <a:pt x="11932" y="3136"/>
                      <a:pt x="11707" y="3382"/>
                      <a:pt x="11409" y="3400"/>
                    </a:cubicBezTo>
                    <a:cubicBezTo>
                      <a:pt x="11373" y="3403"/>
                      <a:pt x="11340" y="3421"/>
                      <a:pt x="11319" y="3451"/>
                    </a:cubicBezTo>
                    <a:cubicBezTo>
                      <a:pt x="11163" y="3683"/>
                      <a:pt x="11319" y="3897"/>
                      <a:pt x="11508" y="3897"/>
                    </a:cubicBezTo>
                    <a:cubicBezTo>
                      <a:pt x="11521" y="3897"/>
                      <a:pt x="11536" y="3894"/>
                      <a:pt x="11551" y="3893"/>
                    </a:cubicBezTo>
                    <a:cubicBezTo>
                      <a:pt x="12067" y="3807"/>
                      <a:pt x="12438" y="3365"/>
                      <a:pt x="12438" y="2842"/>
                    </a:cubicBezTo>
                    <a:cubicBezTo>
                      <a:pt x="12438" y="2256"/>
                      <a:pt x="11962" y="1778"/>
                      <a:pt x="11373" y="1778"/>
                    </a:cubicBezTo>
                    <a:cubicBezTo>
                      <a:pt x="11131" y="1778"/>
                      <a:pt x="10907" y="1860"/>
                      <a:pt x="10725" y="1998"/>
                    </a:cubicBezTo>
                    <a:cubicBezTo>
                      <a:pt x="10670" y="1965"/>
                      <a:pt x="10616" y="1931"/>
                      <a:pt x="10562" y="1901"/>
                    </a:cubicBezTo>
                    <a:cubicBezTo>
                      <a:pt x="10974" y="1575"/>
                      <a:pt x="11140" y="952"/>
                      <a:pt x="10730" y="355"/>
                    </a:cubicBezTo>
                    <a:cubicBezTo>
                      <a:pt x="10698" y="309"/>
                      <a:pt x="10658" y="270"/>
                      <a:pt x="10610" y="237"/>
                    </a:cubicBezTo>
                    <a:cubicBezTo>
                      <a:pt x="10371" y="73"/>
                      <a:pt x="10128" y="2"/>
                      <a:pt x="9901" y="2"/>
                    </a:cubicBezTo>
                    <a:cubicBezTo>
                      <a:pt x="9314" y="2"/>
                      <a:pt x="8836" y="479"/>
                      <a:pt x="8836" y="1067"/>
                    </a:cubicBezTo>
                    <a:cubicBezTo>
                      <a:pt x="8836" y="1241"/>
                      <a:pt x="8878" y="1409"/>
                      <a:pt x="8953" y="1554"/>
                    </a:cubicBezTo>
                    <a:cubicBezTo>
                      <a:pt x="8682" y="1574"/>
                      <a:pt x="8421" y="1631"/>
                      <a:pt x="8174" y="1719"/>
                    </a:cubicBezTo>
                    <a:cubicBezTo>
                      <a:pt x="8383" y="1128"/>
                      <a:pt x="8606" y="906"/>
                      <a:pt x="8614" y="895"/>
                    </a:cubicBezTo>
                    <a:lnTo>
                      <a:pt x="8614" y="895"/>
                    </a:lnTo>
                    <a:cubicBezTo>
                      <a:pt x="8666" y="849"/>
                      <a:pt x="8697" y="783"/>
                      <a:pt x="8697" y="709"/>
                    </a:cubicBezTo>
                    <a:cubicBezTo>
                      <a:pt x="8697" y="589"/>
                      <a:pt x="8615" y="490"/>
                      <a:pt x="8504" y="465"/>
                    </a:cubicBezTo>
                    <a:cubicBezTo>
                      <a:pt x="8504" y="465"/>
                      <a:pt x="8501" y="465"/>
                      <a:pt x="8496" y="462"/>
                    </a:cubicBezTo>
                    <a:cubicBezTo>
                      <a:pt x="8487" y="460"/>
                      <a:pt x="8478" y="459"/>
                      <a:pt x="8469" y="459"/>
                    </a:cubicBezTo>
                    <a:cubicBezTo>
                      <a:pt x="8409" y="450"/>
                      <a:pt x="8276" y="435"/>
                      <a:pt x="8105" y="435"/>
                    </a:cubicBezTo>
                    <a:cubicBezTo>
                      <a:pt x="7746" y="435"/>
                      <a:pt x="7217" y="503"/>
                      <a:pt x="6835" y="844"/>
                    </a:cubicBezTo>
                    <a:cubicBezTo>
                      <a:pt x="6694" y="970"/>
                      <a:pt x="6588" y="1120"/>
                      <a:pt x="6506" y="1277"/>
                    </a:cubicBezTo>
                    <a:cubicBezTo>
                      <a:pt x="6425" y="1120"/>
                      <a:pt x="6315" y="970"/>
                      <a:pt x="6176" y="844"/>
                    </a:cubicBezTo>
                    <a:cubicBezTo>
                      <a:pt x="5793" y="503"/>
                      <a:pt x="5265" y="434"/>
                      <a:pt x="4906" y="434"/>
                    </a:cubicBezTo>
                    <a:cubicBezTo>
                      <a:pt x="4735" y="434"/>
                      <a:pt x="4602" y="449"/>
                      <a:pt x="4542" y="459"/>
                    </a:cubicBezTo>
                    <a:cubicBezTo>
                      <a:pt x="4532" y="460"/>
                      <a:pt x="4523" y="460"/>
                      <a:pt x="4514" y="462"/>
                    </a:cubicBezTo>
                    <a:cubicBezTo>
                      <a:pt x="4509" y="462"/>
                      <a:pt x="4506" y="465"/>
                      <a:pt x="4506" y="465"/>
                    </a:cubicBezTo>
                    <a:cubicBezTo>
                      <a:pt x="4395" y="490"/>
                      <a:pt x="4313" y="592"/>
                      <a:pt x="4313" y="709"/>
                    </a:cubicBezTo>
                    <a:cubicBezTo>
                      <a:pt x="4313" y="784"/>
                      <a:pt x="4344" y="851"/>
                      <a:pt x="4397" y="896"/>
                    </a:cubicBezTo>
                    <a:lnTo>
                      <a:pt x="4395" y="895"/>
                    </a:lnTo>
                    <a:lnTo>
                      <a:pt x="4395" y="895"/>
                    </a:lnTo>
                    <a:cubicBezTo>
                      <a:pt x="4397" y="897"/>
                      <a:pt x="4625" y="1119"/>
                      <a:pt x="4836" y="1719"/>
                    </a:cubicBezTo>
                    <a:cubicBezTo>
                      <a:pt x="4588" y="1629"/>
                      <a:pt x="4326" y="1574"/>
                      <a:pt x="4052" y="1553"/>
                    </a:cubicBezTo>
                    <a:cubicBezTo>
                      <a:pt x="4224" y="1217"/>
                      <a:pt x="4227" y="779"/>
                      <a:pt x="3930" y="354"/>
                    </a:cubicBezTo>
                    <a:cubicBezTo>
                      <a:pt x="3899" y="307"/>
                      <a:pt x="3857" y="265"/>
                      <a:pt x="3811" y="234"/>
                    </a:cubicBezTo>
                    <a:cubicBezTo>
                      <a:pt x="3573" y="71"/>
                      <a:pt x="3331" y="1"/>
                      <a:pt x="31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206;p53">
                <a:extLst>
                  <a:ext uri="{FF2B5EF4-FFF2-40B4-BE49-F238E27FC236}">
                    <a16:creationId xmlns:a16="http://schemas.microsoft.com/office/drawing/2014/main" id="{C58D9B8D-3647-2E99-97AE-352A38DEC7AB}"/>
                  </a:ext>
                </a:extLst>
              </p:cNvPr>
              <p:cNvSpPr/>
              <p:nvPr/>
            </p:nvSpPr>
            <p:spPr>
              <a:xfrm>
                <a:off x="6739885" y="3005383"/>
                <a:ext cx="16050" cy="14596"/>
              </a:xfrm>
              <a:custGeom>
                <a:avLst/>
                <a:gdLst/>
                <a:ahLst/>
                <a:cxnLst/>
                <a:rect l="l" t="t" r="r" b="b"/>
                <a:pathLst>
                  <a:path w="563" h="512" extrusionOk="0">
                    <a:moveTo>
                      <a:pt x="278" y="1"/>
                    </a:moveTo>
                    <a:cubicBezTo>
                      <a:pt x="215" y="1"/>
                      <a:pt x="151" y="25"/>
                      <a:pt x="103" y="72"/>
                    </a:cubicBezTo>
                    <a:cubicBezTo>
                      <a:pt x="2" y="170"/>
                      <a:pt x="1" y="332"/>
                      <a:pt x="98" y="431"/>
                    </a:cubicBezTo>
                    <a:lnTo>
                      <a:pt x="104" y="437"/>
                    </a:lnTo>
                    <a:cubicBezTo>
                      <a:pt x="152" y="485"/>
                      <a:pt x="218" y="511"/>
                      <a:pt x="284" y="511"/>
                    </a:cubicBezTo>
                    <a:cubicBezTo>
                      <a:pt x="350" y="511"/>
                      <a:pt x="413" y="487"/>
                      <a:pt x="464" y="437"/>
                    </a:cubicBezTo>
                    <a:cubicBezTo>
                      <a:pt x="563" y="338"/>
                      <a:pt x="563" y="177"/>
                      <a:pt x="464" y="78"/>
                    </a:cubicBezTo>
                    <a:lnTo>
                      <a:pt x="463" y="77"/>
                    </a:lnTo>
                    <a:cubicBezTo>
                      <a:pt x="411" y="26"/>
                      <a:pt x="345" y="1"/>
                      <a:pt x="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207;p53">
                <a:extLst>
                  <a:ext uri="{FF2B5EF4-FFF2-40B4-BE49-F238E27FC236}">
                    <a16:creationId xmlns:a16="http://schemas.microsoft.com/office/drawing/2014/main" id="{FE1DCC8C-12D4-DB04-5F74-403361A21E98}"/>
                  </a:ext>
                </a:extLst>
              </p:cNvPr>
              <p:cNvSpPr/>
              <p:nvPr/>
            </p:nvSpPr>
            <p:spPr>
              <a:xfrm>
                <a:off x="6430236" y="3005383"/>
                <a:ext cx="15964" cy="14596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12" extrusionOk="0">
                    <a:moveTo>
                      <a:pt x="277" y="0"/>
                    </a:moveTo>
                    <a:cubicBezTo>
                      <a:pt x="213" y="0"/>
                      <a:pt x="149" y="24"/>
                      <a:pt x="100" y="72"/>
                    </a:cubicBezTo>
                    <a:cubicBezTo>
                      <a:pt x="2" y="170"/>
                      <a:pt x="0" y="332"/>
                      <a:pt x="97" y="431"/>
                    </a:cubicBezTo>
                    <a:lnTo>
                      <a:pt x="100" y="437"/>
                    </a:lnTo>
                    <a:cubicBezTo>
                      <a:pt x="150" y="485"/>
                      <a:pt x="214" y="511"/>
                      <a:pt x="280" y="511"/>
                    </a:cubicBezTo>
                    <a:cubicBezTo>
                      <a:pt x="346" y="511"/>
                      <a:pt x="409" y="486"/>
                      <a:pt x="460" y="437"/>
                    </a:cubicBezTo>
                    <a:cubicBezTo>
                      <a:pt x="559" y="336"/>
                      <a:pt x="559" y="177"/>
                      <a:pt x="460" y="78"/>
                    </a:cubicBezTo>
                    <a:lnTo>
                      <a:pt x="459" y="77"/>
                    </a:lnTo>
                    <a:cubicBezTo>
                      <a:pt x="409" y="26"/>
                      <a:pt x="343" y="0"/>
                      <a:pt x="2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208;p53">
                <a:extLst>
                  <a:ext uri="{FF2B5EF4-FFF2-40B4-BE49-F238E27FC236}">
                    <a16:creationId xmlns:a16="http://schemas.microsoft.com/office/drawing/2014/main" id="{73668FE3-3E60-1C59-73CF-16CF53E00805}"/>
                  </a:ext>
                </a:extLst>
              </p:cNvPr>
              <p:cNvSpPr/>
              <p:nvPr/>
            </p:nvSpPr>
            <p:spPr>
              <a:xfrm>
                <a:off x="6724006" y="2789182"/>
                <a:ext cx="15993" cy="14624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13" extrusionOk="0">
                    <a:moveTo>
                      <a:pt x="280" y="0"/>
                    </a:moveTo>
                    <a:cubicBezTo>
                      <a:pt x="215" y="0"/>
                      <a:pt x="151" y="25"/>
                      <a:pt x="101" y="75"/>
                    </a:cubicBezTo>
                    <a:cubicBezTo>
                      <a:pt x="2" y="172"/>
                      <a:pt x="0" y="332"/>
                      <a:pt x="98" y="431"/>
                    </a:cubicBezTo>
                    <a:lnTo>
                      <a:pt x="102" y="437"/>
                    </a:lnTo>
                    <a:cubicBezTo>
                      <a:pt x="152" y="487"/>
                      <a:pt x="216" y="512"/>
                      <a:pt x="282" y="512"/>
                    </a:cubicBezTo>
                    <a:cubicBezTo>
                      <a:pt x="348" y="512"/>
                      <a:pt x="411" y="488"/>
                      <a:pt x="462" y="437"/>
                    </a:cubicBezTo>
                    <a:cubicBezTo>
                      <a:pt x="561" y="338"/>
                      <a:pt x="561" y="180"/>
                      <a:pt x="462" y="79"/>
                    </a:cubicBezTo>
                    <a:lnTo>
                      <a:pt x="460" y="78"/>
                    </a:lnTo>
                    <a:cubicBezTo>
                      <a:pt x="410" y="26"/>
                      <a:pt x="345" y="0"/>
                      <a:pt x="2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209;p53">
                <a:extLst>
                  <a:ext uri="{FF2B5EF4-FFF2-40B4-BE49-F238E27FC236}">
                    <a16:creationId xmlns:a16="http://schemas.microsoft.com/office/drawing/2014/main" id="{2BFCE72D-50E6-A073-3322-3E64C81CA6FC}"/>
                  </a:ext>
                </a:extLst>
              </p:cNvPr>
              <p:cNvSpPr/>
              <p:nvPr/>
            </p:nvSpPr>
            <p:spPr>
              <a:xfrm>
                <a:off x="6478499" y="2789210"/>
                <a:ext cx="15964" cy="14539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10" extrusionOk="0">
                    <a:moveTo>
                      <a:pt x="284" y="1"/>
                    </a:moveTo>
                    <a:cubicBezTo>
                      <a:pt x="217" y="1"/>
                      <a:pt x="151" y="26"/>
                      <a:pt x="101" y="77"/>
                    </a:cubicBezTo>
                    <a:lnTo>
                      <a:pt x="100" y="78"/>
                    </a:lnTo>
                    <a:cubicBezTo>
                      <a:pt x="1" y="179"/>
                      <a:pt x="2" y="339"/>
                      <a:pt x="101" y="436"/>
                    </a:cubicBezTo>
                    <a:cubicBezTo>
                      <a:pt x="151" y="486"/>
                      <a:pt x="215" y="510"/>
                      <a:pt x="280" y="510"/>
                    </a:cubicBezTo>
                    <a:cubicBezTo>
                      <a:pt x="281" y="510"/>
                      <a:pt x="283" y="510"/>
                      <a:pt x="285" y="510"/>
                    </a:cubicBezTo>
                    <a:cubicBezTo>
                      <a:pt x="349" y="510"/>
                      <a:pt x="411" y="484"/>
                      <a:pt x="460" y="435"/>
                    </a:cubicBezTo>
                    <a:lnTo>
                      <a:pt x="463" y="430"/>
                    </a:lnTo>
                    <a:cubicBezTo>
                      <a:pt x="560" y="331"/>
                      <a:pt x="558" y="171"/>
                      <a:pt x="460" y="72"/>
                    </a:cubicBezTo>
                    <a:cubicBezTo>
                      <a:pt x="411" y="24"/>
                      <a:pt x="347" y="1"/>
                      <a:pt x="2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3" name="Image 52">
            <a:extLst>
              <a:ext uri="{FF2B5EF4-FFF2-40B4-BE49-F238E27FC236}">
                <a16:creationId xmlns:a16="http://schemas.microsoft.com/office/drawing/2014/main" id="{4AC03360-207D-DA42-ADF2-C5C24163FD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419" t="15140" r="27792" b="16410"/>
          <a:stretch/>
        </p:blipFill>
        <p:spPr>
          <a:xfrm>
            <a:off x="6995603" y="1453054"/>
            <a:ext cx="1652155" cy="3002972"/>
          </a:xfrm>
          <a:prstGeom prst="rect">
            <a:avLst/>
          </a:prstGeom>
        </p:spPr>
      </p:pic>
      <p:sp>
        <p:nvSpPr>
          <p:cNvPr id="54" name="ZoneTexte 53">
            <a:extLst>
              <a:ext uri="{FF2B5EF4-FFF2-40B4-BE49-F238E27FC236}">
                <a16:creationId xmlns:a16="http://schemas.microsoft.com/office/drawing/2014/main" id="{E6F268A9-E7C5-FD79-F7F7-F6F30EDECFB3}"/>
              </a:ext>
            </a:extLst>
          </p:cNvPr>
          <p:cNvSpPr txBox="1"/>
          <p:nvPr/>
        </p:nvSpPr>
        <p:spPr>
          <a:xfrm>
            <a:off x="110998" y="1225109"/>
            <a:ext cx="2258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1A3C35"/>
                </a:solidFill>
                <a:latin typeface="Montserrat" panose="00000500000000000000" pitchFamily="2" charset="0"/>
              </a:rPr>
              <a:t>Compétition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12A3E350-D968-2F16-C9B4-FD892DCFDC85}"/>
              </a:ext>
            </a:extLst>
          </p:cNvPr>
          <p:cNvSpPr txBox="1"/>
          <p:nvPr/>
        </p:nvSpPr>
        <p:spPr>
          <a:xfrm>
            <a:off x="9213477" y="1242492"/>
            <a:ext cx="3095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1A3C35"/>
                </a:solidFill>
                <a:latin typeface="Montserrat" panose="00000500000000000000" pitchFamily="2" charset="0"/>
              </a:rPr>
              <a:t>Complémentarité</a:t>
            </a:r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74091771-CD08-83DB-BA32-383961AD2152}"/>
              </a:ext>
            </a:extLst>
          </p:cNvPr>
          <p:cNvCxnSpPr/>
          <p:nvPr/>
        </p:nvCxnSpPr>
        <p:spPr>
          <a:xfrm>
            <a:off x="2137015" y="1818438"/>
            <a:ext cx="772440" cy="810491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43280B44-7433-7FB8-7D54-833474DFB06A}"/>
              </a:ext>
            </a:extLst>
          </p:cNvPr>
          <p:cNvCxnSpPr>
            <a:cxnSpLocks/>
          </p:cNvCxnSpPr>
          <p:nvPr/>
        </p:nvCxnSpPr>
        <p:spPr>
          <a:xfrm>
            <a:off x="2591466" y="1804256"/>
            <a:ext cx="566111" cy="552702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3AA37BA7-0B94-147F-E207-488D0CC3D8EC}"/>
              </a:ext>
            </a:extLst>
          </p:cNvPr>
          <p:cNvCxnSpPr/>
          <p:nvPr/>
        </p:nvCxnSpPr>
        <p:spPr>
          <a:xfrm>
            <a:off x="2102081" y="2234102"/>
            <a:ext cx="772440" cy="810491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46F0167E-8FEF-2F72-D805-CAA21C317E9E}"/>
              </a:ext>
            </a:extLst>
          </p:cNvPr>
          <p:cNvCxnSpPr>
            <a:cxnSpLocks/>
          </p:cNvCxnSpPr>
          <p:nvPr/>
        </p:nvCxnSpPr>
        <p:spPr>
          <a:xfrm>
            <a:off x="2909455" y="1663348"/>
            <a:ext cx="449680" cy="421639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Connecteur droit 3072">
            <a:extLst>
              <a:ext uri="{FF2B5EF4-FFF2-40B4-BE49-F238E27FC236}">
                <a16:creationId xmlns:a16="http://schemas.microsoft.com/office/drawing/2014/main" id="{0B4AEF45-1DA6-3CD0-B3CB-23DFDD6DC7D4}"/>
              </a:ext>
            </a:extLst>
          </p:cNvPr>
          <p:cNvCxnSpPr>
            <a:cxnSpLocks/>
          </p:cNvCxnSpPr>
          <p:nvPr/>
        </p:nvCxnSpPr>
        <p:spPr>
          <a:xfrm>
            <a:off x="3041939" y="1411575"/>
            <a:ext cx="449680" cy="421639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8" name="Connecteur droit 3087">
            <a:extLst>
              <a:ext uri="{FF2B5EF4-FFF2-40B4-BE49-F238E27FC236}">
                <a16:creationId xmlns:a16="http://schemas.microsoft.com/office/drawing/2014/main" id="{BAF5B224-BAC0-609B-6AA8-F00B90CA2494}"/>
              </a:ext>
            </a:extLst>
          </p:cNvPr>
          <p:cNvCxnSpPr>
            <a:cxnSpLocks/>
          </p:cNvCxnSpPr>
          <p:nvPr/>
        </p:nvCxnSpPr>
        <p:spPr>
          <a:xfrm>
            <a:off x="4312622" y="3155151"/>
            <a:ext cx="545833" cy="613385"/>
          </a:xfrm>
          <a:prstGeom prst="line">
            <a:avLst/>
          </a:prstGeom>
          <a:ln w="12700">
            <a:solidFill>
              <a:srgbClr val="FFFF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0" name="Connecteur droit 3089">
            <a:extLst>
              <a:ext uri="{FF2B5EF4-FFF2-40B4-BE49-F238E27FC236}">
                <a16:creationId xmlns:a16="http://schemas.microsoft.com/office/drawing/2014/main" id="{3B3FFB00-AB1E-70F5-3BE2-F96E352A1B46}"/>
              </a:ext>
            </a:extLst>
          </p:cNvPr>
          <p:cNvCxnSpPr>
            <a:cxnSpLocks/>
          </p:cNvCxnSpPr>
          <p:nvPr/>
        </p:nvCxnSpPr>
        <p:spPr>
          <a:xfrm>
            <a:off x="3990600" y="2363162"/>
            <a:ext cx="885093" cy="967645"/>
          </a:xfrm>
          <a:prstGeom prst="line">
            <a:avLst/>
          </a:prstGeom>
          <a:ln w="12700">
            <a:solidFill>
              <a:srgbClr val="FFFF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2" name="Connecteur droit 3091">
            <a:extLst>
              <a:ext uri="{FF2B5EF4-FFF2-40B4-BE49-F238E27FC236}">
                <a16:creationId xmlns:a16="http://schemas.microsoft.com/office/drawing/2014/main" id="{0A8F7E87-028C-46ED-EF5A-B247F844D3CD}"/>
              </a:ext>
            </a:extLst>
          </p:cNvPr>
          <p:cNvCxnSpPr>
            <a:cxnSpLocks/>
          </p:cNvCxnSpPr>
          <p:nvPr/>
        </p:nvCxnSpPr>
        <p:spPr>
          <a:xfrm>
            <a:off x="4014578" y="1882845"/>
            <a:ext cx="885093" cy="967645"/>
          </a:xfrm>
          <a:prstGeom prst="line">
            <a:avLst/>
          </a:prstGeom>
          <a:ln w="12700">
            <a:solidFill>
              <a:srgbClr val="FFFF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3" name="Connecteur droit 3092">
            <a:extLst>
              <a:ext uri="{FF2B5EF4-FFF2-40B4-BE49-F238E27FC236}">
                <a16:creationId xmlns:a16="http://schemas.microsoft.com/office/drawing/2014/main" id="{723E77BA-7E4C-0B03-E2DB-65594271BC49}"/>
              </a:ext>
            </a:extLst>
          </p:cNvPr>
          <p:cNvCxnSpPr>
            <a:cxnSpLocks/>
          </p:cNvCxnSpPr>
          <p:nvPr/>
        </p:nvCxnSpPr>
        <p:spPr>
          <a:xfrm>
            <a:off x="4467447" y="1824945"/>
            <a:ext cx="885093" cy="967645"/>
          </a:xfrm>
          <a:prstGeom prst="line">
            <a:avLst/>
          </a:prstGeom>
          <a:ln w="12700">
            <a:solidFill>
              <a:srgbClr val="FFFF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98" name="Picture 6" descr="roots Icon 430161">
            <a:extLst>
              <a:ext uri="{FF2B5EF4-FFF2-40B4-BE49-F238E27FC236}">
                <a16:creationId xmlns:a16="http://schemas.microsoft.com/office/drawing/2014/main" id="{91EC2E1B-AFEC-65E4-740E-4D82206B29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4" t="21188" r="22522" b="21188"/>
          <a:stretch/>
        </p:blipFill>
        <p:spPr bwMode="auto">
          <a:xfrm>
            <a:off x="3114768" y="4317748"/>
            <a:ext cx="1342356" cy="165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01" name="Connecteur droit 3100">
            <a:extLst>
              <a:ext uri="{FF2B5EF4-FFF2-40B4-BE49-F238E27FC236}">
                <a16:creationId xmlns:a16="http://schemas.microsoft.com/office/drawing/2014/main" id="{E090889D-E6B0-79A6-1E93-4AB3593400AC}"/>
              </a:ext>
            </a:extLst>
          </p:cNvPr>
          <p:cNvCxnSpPr/>
          <p:nvPr/>
        </p:nvCxnSpPr>
        <p:spPr>
          <a:xfrm>
            <a:off x="2698984" y="4293629"/>
            <a:ext cx="6396986" cy="259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02" name="Image 3101">
            <a:extLst>
              <a:ext uri="{FF2B5EF4-FFF2-40B4-BE49-F238E27FC236}">
                <a16:creationId xmlns:a16="http://schemas.microsoft.com/office/drawing/2014/main" id="{A8CB253B-2A1A-23A3-8C17-947AF4D2BCB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300" t="21188" r="16768" b="21894"/>
          <a:stretch/>
        </p:blipFill>
        <p:spPr>
          <a:xfrm>
            <a:off x="5136122" y="4328430"/>
            <a:ext cx="1003260" cy="893213"/>
          </a:xfrm>
          <a:prstGeom prst="rect">
            <a:avLst/>
          </a:prstGeom>
        </p:spPr>
      </p:pic>
      <p:pic>
        <p:nvPicPr>
          <p:cNvPr id="3096" name="Picture 4" descr="Morinda citrifolia (noni): Root-knot nematodes (Meloidogyn… | Flickr">
            <a:extLst>
              <a:ext uri="{FF2B5EF4-FFF2-40B4-BE49-F238E27FC236}">
                <a16:creationId xmlns:a16="http://schemas.microsoft.com/office/drawing/2014/main" id="{0379B4AD-C392-3CC3-BD57-9361EEB632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24" r="43240" b="21248"/>
          <a:stretch/>
        </p:blipFill>
        <p:spPr bwMode="auto">
          <a:xfrm>
            <a:off x="6404140" y="4735893"/>
            <a:ext cx="1471481" cy="1352991"/>
          </a:xfrm>
          <a:prstGeom prst="ellipse">
            <a:avLst/>
          </a:prstGeom>
          <a:ln w="38100" cap="rnd">
            <a:solidFill>
              <a:srgbClr val="C0000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04" name="Connecteur droit 3103">
            <a:extLst>
              <a:ext uri="{FF2B5EF4-FFF2-40B4-BE49-F238E27FC236}">
                <a16:creationId xmlns:a16="http://schemas.microsoft.com/office/drawing/2014/main" id="{6E3121A4-2FC4-DE18-BF7E-4D7B0ACDAD00}"/>
              </a:ext>
            </a:extLst>
          </p:cNvPr>
          <p:cNvCxnSpPr>
            <a:stCxn id="3102" idx="3"/>
            <a:endCxn id="3096" idx="0"/>
          </p:cNvCxnSpPr>
          <p:nvPr/>
        </p:nvCxnSpPr>
        <p:spPr>
          <a:xfrm flipV="1">
            <a:off x="6139382" y="4735893"/>
            <a:ext cx="1000499" cy="3914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5" name="Connecteur droit 3104">
            <a:extLst>
              <a:ext uri="{FF2B5EF4-FFF2-40B4-BE49-F238E27FC236}">
                <a16:creationId xmlns:a16="http://schemas.microsoft.com/office/drawing/2014/main" id="{E3ECA6F1-4F35-EBA1-9A60-A88605034A08}"/>
              </a:ext>
            </a:extLst>
          </p:cNvPr>
          <p:cNvCxnSpPr>
            <a:cxnSpLocks/>
            <a:stCxn id="3102" idx="3"/>
            <a:endCxn id="3096" idx="2"/>
          </p:cNvCxnSpPr>
          <p:nvPr/>
        </p:nvCxnSpPr>
        <p:spPr>
          <a:xfrm>
            <a:off x="6139382" y="4775037"/>
            <a:ext cx="264758" cy="63735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22" name="Encre 3121">
                <a:extLst>
                  <a:ext uri="{FF2B5EF4-FFF2-40B4-BE49-F238E27FC236}">
                    <a16:creationId xmlns:a16="http://schemas.microsoft.com/office/drawing/2014/main" id="{38AB70FE-DDA0-9AB3-F10F-EEB620C64899}"/>
                  </a:ext>
                </a:extLst>
              </p14:cNvPr>
              <p14:cNvContentPartPr/>
              <p14:nvPr/>
            </p14:nvContentPartPr>
            <p14:xfrm>
              <a:off x="5539630" y="2227996"/>
              <a:ext cx="142560" cy="586800"/>
            </p14:xfrm>
          </p:contentPart>
        </mc:Choice>
        <mc:Fallback xmlns="">
          <p:pic>
            <p:nvPicPr>
              <p:cNvPr id="3122" name="Encre 3121">
                <a:extLst>
                  <a:ext uri="{FF2B5EF4-FFF2-40B4-BE49-F238E27FC236}">
                    <a16:creationId xmlns:a16="http://schemas.microsoft.com/office/drawing/2014/main" id="{38AB70FE-DDA0-9AB3-F10F-EEB620C648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30630" y="2219356"/>
                <a:ext cx="160200" cy="6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25" name="Encre 3124">
                <a:extLst>
                  <a:ext uri="{FF2B5EF4-FFF2-40B4-BE49-F238E27FC236}">
                    <a16:creationId xmlns:a16="http://schemas.microsoft.com/office/drawing/2014/main" id="{23F9524B-B7DB-3C31-DFA3-9506D92B554F}"/>
                  </a:ext>
                </a:extLst>
              </p14:cNvPr>
              <p14:cNvContentPartPr/>
              <p14:nvPr/>
            </p14:nvContentPartPr>
            <p14:xfrm>
              <a:off x="5714474" y="2238652"/>
              <a:ext cx="153599" cy="586800"/>
            </p14:xfrm>
          </p:contentPart>
        </mc:Choice>
        <mc:Fallback xmlns="">
          <p:pic>
            <p:nvPicPr>
              <p:cNvPr id="3125" name="Encre 3124">
                <a:extLst>
                  <a:ext uri="{FF2B5EF4-FFF2-40B4-BE49-F238E27FC236}">
                    <a16:creationId xmlns:a16="http://schemas.microsoft.com/office/drawing/2014/main" id="{23F9524B-B7DB-3C31-DFA3-9506D92B55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05460" y="2230012"/>
                <a:ext cx="171266" cy="6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126" name="Encre 3125">
                <a:extLst>
                  <a:ext uri="{FF2B5EF4-FFF2-40B4-BE49-F238E27FC236}">
                    <a16:creationId xmlns:a16="http://schemas.microsoft.com/office/drawing/2014/main" id="{3DDFB935-044C-8834-664F-A26831174974}"/>
                  </a:ext>
                </a:extLst>
              </p14:cNvPr>
              <p14:cNvContentPartPr/>
              <p14:nvPr/>
            </p14:nvContentPartPr>
            <p14:xfrm>
              <a:off x="7652001" y="1012437"/>
              <a:ext cx="142560" cy="586800"/>
            </p14:xfrm>
          </p:contentPart>
        </mc:Choice>
        <mc:Fallback xmlns="">
          <p:pic>
            <p:nvPicPr>
              <p:cNvPr id="3126" name="Encre 3125">
                <a:extLst>
                  <a:ext uri="{FF2B5EF4-FFF2-40B4-BE49-F238E27FC236}">
                    <a16:creationId xmlns:a16="http://schemas.microsoft.com/office/drawing/2014/main" id="{3DDFB935-044C-8834-664F-A2683117497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43001" y="1003797"/>
                <a:ext cx="160200" cy="6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27" name="Encre 3126">
                <a:extLst>
                  <a:ext uri="{FF2B5EF4-FFF2-40B4-BE49-F238E27FC236}">
                    <a16:creationId xmlns:a16="http://schemas.microsoft.com/office/drawing/2014/main" id="{416A1634-D257-067A-5BC3-D6FEE52EF627}"/>
                  </a:ext>
                </a:extLst>
              </p14:cNvPr>
              <p14:cNvContentPartPr/>
              <p14:nvPr/>
            </p14:nvContentPartPr>
            <p14:xfrm>
              <a:off x="7826845" y="1023093"/>
              <a:ext cx="153599" cy="586800"/>
            </p14:xfrm>
          </p:contentPart>
        </mc:Choice>
        <mc:Fallback xmlns="">
          <p:pic>
            <p:nvPicPr>
              <p:cNvPr id="3127" name="Encre 3126">
                <a:extLst>
                  <a:ext uri="{FF2B5EF4-FFF2-40B4-BE49-F238E27FC236}">
                    <a16:creationId xmlns:a16="http://schemas.microsoft.com/office/drawing/2014/main" id="{416A1634-D257-067A-5BC3-D6FEE52EF62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17831" y="1014453"/>
                <a:ext cx="171266" cy="604440"/>
              </a:xfrm>
              <a:prstGeom prst="rect">
                <a:avLst/>
              </a:prstGeom>
            </p:spPr>
          </p:pic>
        </mc:Fallback>
      </mc:AlternateContent>
      <p:sp>
        <p:nvSpPr>
          <p:cNvPr id="3130" name="ZoneTexte 3129">
            <a:extLst>
              <a:ext uri="{FF2B5EF4-FFF2-40B4-BE49-F238E27FC236}">
                <a16:creationId xmlns:a16="http://schemas.microsoft.com/office/drawing/2014/main" id="{FB305FD4-57F4-B924-158B-F78985E2A1D6}"/>
              </a:ext>
            </a:extLst>
          </p:cNvPr>
          <p:cNvSpPr txBox="1"/>
          <p:nvPr/>
        </p:nvSpPr>
        <p:spPr>
          <a:xfrm>
            <a:off x="8819417" y="3786320"/>
            <a:ext cx="50065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kern="100" dirty="0">
                <a:solidFill>
                  <a:srgbClr val="C00000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GB" sz="2000" b="1" kern="100" baseline="-25000" dirty="0">
                <a:solidFill>
                  <a:srgbClr val="C00000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fr-FR" sz="2000" b="1" kern="100" dirty="0">
              <a:solidFill>
                <a:srgbClr val="C00000"/>
              </a:solidFill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cxnSp>
        <p:nvCxnSpPr>
          <p:cNvPr id="3132" name="Connecteur droit avec flèche 3131">
            <a:extLst>
              <a:ext uri="{FF2B5EF4-FFF2-40B4-BE49-F238E27FC236}">
                <a16:creationId xmlns:a16="http://schemas.microsoft.com/office/drawing/2014/main" id="{536ADDD1-6AB9-705F-B8A4-8E60B2A3822D}"/>
              </a:ext>
            </a:extLst>
          </p:cNvPr>
          <p:cNvCxnSpPr>
            <a:cxnSpLocks/>
            <a:stCxn id="3130" idx="1"/>
            <a:endCxn id="3096" idx="7"/>
          </p:cNvCxnSpPr>
          <p:nvPr/>
        </p:nvCxnSpPr>
        <p:spPr>
          <a:xfrm flipH="1">
            <a:off x="7660128" y="4124874"/>
            <a:ext cx="1159289" cy="80916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1" name="Connecteur : en arc 3140">
            <a:extLst>
              <a:ext uri="{FF2B5EF4-FFF2-40B4-BE49-F238E27FC236}">
                <a16:creationId xmlns:a16="http://schemas.microsoft.com/office/drawing/2014/main" id="{C8B507F4-9C2F-E25D-4CC3-E89943182945}"/>
              </a:ext>
            </a:extLst>
          </p:cNvPr>
          <p:cNvCxnSpPr>
            <a:stCxn id="3102" idx="2"/>
          </p:cNvCxnSpPr>
          <p:nvPr/>
        </p:nvCxnSpPr>
        <p:spPr>
          <a:xfrm rot="5400000">
            <a:off x="5389135" y="5470260"/>
            <a:ext cx="497235" cy="12700"/>
          </a:xfrm>
          <a:prstGeom prst="curved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4" name="ZoneTexte 3143">
            <a:extLst>
              <a:ext uri="{FF2B5EF4-FFF2-40B4-BE49-F238E27FC236}">
                <a16:creationId xmlns:a16="http://schemas.microsoft.com/office/drawing/2014/main" id="{4FAF73E2-4BE9-6C72-9F99-6DDBBC1EB59F}"/>
              </a:ext>
            </a:extLst>
          </p:cNvPr>
          <p:cNvSpPr txBox="1"/>
          <p:nvPr/>
        </p:nvSpPr>
        <p:spPr>
          <a:xfrm>
            <a:off x="5055324" y="1673345"/>
            <a:ext cx="1230712" cy="40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>
              <a:lnSpc>
                <a:spcPct val="107000"/>
              </a:lnSpc>
              <a:spcAft>
                <a:spcPts val="800"/>
              </a:spcAft>
            </a:pPr>
            <a:r>
              <a:rPr lang="en-GB" sz="2000" b="1" kern="100" dirty="0">
                <a:solidFill>
                  <a:srgbClr val="04A1D8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GB" sz="2000" b="1" kern="100" baseline="-25000" dirty="0">
                <a:solidFill>
                  <a:srgbClr val="04A1D8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GB" sz="2000" b="1" kern="100" dirty="0">
                <a:solidFill>
                  <a:srgbClr val="04A1D8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lang="fr-FR" sz="2000" b="1" kern="100" dirty="0">
              <a:solidFill>
                <a:srgbClr val="04A1D8"/>
              </a:solidFill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46" name="ZoneTexte 3145">
            <a:extLst>
              <a:ext uri="{FF2B5EF4-FFF2-40B4-BE49-F238E27FC236}">
                <a16:creationId xmlns:a16="http://schemas.microsoft.com/office/drawing/2014/main" id="{33F877F1-C447-373E-AD1C-99353B098D0C}"/>
              </a:ext>
            </a:extLst>
          </p:cNvPr>
          <p:cNvSpPr txBox="1"/>
          <p:nvPr/>
        </p:nvSpPr>
        <p:spPr>
          <a:xfrm>
            <a:off x="4510546" y="5711997"/>
            <a:ext cx="1313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kern="100" dirty="0">
                <a:solidFill>
                  <a:srgbClr val="04A1D8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GB" sz="2000" kern="100" baseline="-25000" dirty="0">
                <a:solidFill>
                  <a:srgbClr val="04A1D8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GB" sz="2000" kern="100" dirty="0">
                <a:solidFill>
                  <a:srgbClr val="04A1D8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fr-FR" sz="2000" kern="100" dirty="0">
                <a:solidFill>
                  <a:srgbClr val="04A1D8"/>
                </a:solidFill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kern="100" dirty="0"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et </a:t>
            </a:r>
            <a:r>
              <a:rPr lang="fr-FR" sz="2000" dirty="0">
                <a:solidFill>
                  <a:srgbClr val="C00000"/>
                </a:solidFill>
                <a:latin typeface="Montserrat" panose="00000500000000000000" pitchFamily="2" charset="0"/>
              </a:rPr>
              <a:t>N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47" name="Encre 3146">
                <a:extLst>
                  <a:ext uri="{FF2B5EF4-FFF2-40B4-BE49-F238E27FC236}">
                    <a16:creationId xmlns:a16="http://schemas.microsoft.com/office/drawing/2014/main" id="{08F9A718-8861-0E1E-664C-91F643ED9C62}"/>
                  </a:ext>
                </a:extLst>
              </p14:cNvPr>
              <p14:cNvContentPartPr/>
              <p14:nvPr/>
            </p14:nvContentPartPr>
            <p14:xfrm>
              <a:off x="6662214" y="3527418"/>
              <a:ext cx="142560" cy="586800"/>
            </p14:xfrm>
          </p:contentPart>
        </mc:Choice>
        <mc:Fallback xmlns="">
          <p:pic>
            <p:nvPicPr>
              <p:cNvPr id="3147" name="Encre 3146">
                <a:extLst>
                  <a:ext uri="{FF2B5EF4-FFF2-40B4-BE49-F238E27FC236}">
                    <a16:creationId xmlns:a16="http://schemas.microsoft.com/office/drawing/2014/main" id="{08F9A718-8861-0E1E-664C-91F643ED9C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53214" y="3518778"/>
                <a:ext cx="160200" cy="6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148" name="Encre 3147">
                <a:extLst>
                  <a:ext uri="{FF2B5EF4-FFF2-40B4-BE49-F238E27FC236}">
                    <a16:creationId xmlns:a16="http://schemas.microsoft.com/office/drawing/2014/main" id="{8AFDDD2D-FBCB-F7DF-D3A6-5A0F79B1873F}"/>
                  </a:ext>
                </a:extLst>
              </p14:cNvPr>
              <p14:cNvContentPartPr/>
              <p14:nvPr/>
            </p14:nvContentPartPr>
            <p14:xfrm>
              <a:off x="6837058" y="3538074"/>
              <a:ext cx="153599" cy="586800"/>
            </p14:xfrm>
          </p:contentPart>
        </mc:Choice>
        <mc:Fallback xmlns="">
          <p:pic>
            <p:nvPicPr>
              <p:cNvPr id="3148" name="Encre 3147">
                <a:extLst>
                  <a:ext uri="{FF2B5EF4-FFF2-40B4-BE49-F238E27FC236}">
                    <a16:creationId xmlns:a16="http://schemas.microsoft.com/office/drawing/2014/main" id="{8AFDDD2D-FBCB-F7DF-D3A6-5A0F79B187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28044" y="3529434"/>
                <a:ext cx="171266" cy="604440"/>
              </a:xfrm>
              <a:prstGeom prst="rect">
                <a:avLst/>
              </a:prstGeom>
            </p:spPr>
          </p:pic>
        </mc:Fallback>
      </mc:AlternateContent>
      <p:sp>
        <p:nvSpPr>
          <p:cNvPr id="3149" name="ZoneTexte 3148">
            <a:extLst>
              <a:ext uri="{FF2B5EF4-FFF2-40B4-BE49-F238E27FC236}">
                <a16:creationId xmlns:a16="http://schemas.microsoft.com/office/drawing/2014/main" id="{CDA9FD36-16B4-001B-ECB1-3CD6E0FE8991}"/>
              </a:ext>
            </a:extLst>
          </p:cNvPr>
          <p:cNvSpPr txBox="1"/>
          <p:nvPr/>
        </p:nvSpPr>
        <p:spPr>
          <a:xfrm>
            <a:off x="218963" y="2180699"/>
            <a:ext cx="2027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1A3C35"/>
                </a:solidFill>
                <a:latin typeface="Montserrat" panose="00000500000000000000" pitchFamily="2" charset="0"/>
              </a:rPr>
              <a:t>Rayonnement</a:t>
            </a:r>
          </a:p>
          <a:p>
            <a:r>
              <a:rPr lang="fr-FR" sz="2000" dirty="0">
                <a:solidFill>
                  <a:srgbClr val="1A3C35"/>
                </a:solidFill>
                <a:latin typeface="Montserrat" panose="00000500000000000000" pitchFamily="2" charset="0"/>
              </a:rPr>
              <a:t>intercepté</a:t>
            </a:r>
          </a:p>
        </p:txBody>
      </p:sp>
      <p:sp>
        <p:nvSpPr>
          <p:cNvPr id="3150" name="ZoneTexte 3149">
            <a:extLst>
              <a:ext uri="{FF2B5EF4-FFF2-40B4-BE49-F238E27FC236}">
                <a16:creationId xmlns:a16="http://schemas.microsoft.com/office/drawing/2014/main" id="{46E53F5A-8626-D600-FCD8-21F26619F058}"/>
              </a:ext>
            </a:extLst>
          </p:cNvPr>
          <p:cNvSpPr txBox="1"/>
          <p:nvPr/>
        </p:nvSpPr>
        <p:spPr>
          <a:xfrm>
            <a:off x="334273" y="4679079"/>
            <a:ext cx="21014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1A3C35"/>
                </a:solidFill>
                <a:latin typeface="Montserrat" panose="00000500000000000000" pitchFamily="2" charset="0"/>
              </a:rPr>
              <a:t>Eau et nutriments</a:t>
            </a:r>
          </a:p>
        </p:txBody>
      </p:sp>
      <p:sp>
        <p:nvSpPr>
          <p:cNvPr id="3151" name="ZoneTexte 3150">
            <a:extLst>
              <a:ext uri="{FF2B5EF4-FFF2-40B4-BE49-F238E27FC236}">
                <a16:creationId xmlns:a16="http://schemas.microsoft.com/office/drawing/2014/main" id="{2B12695A-3922-090A-26BE-59C0C5DE5CF5}"/>
              </a:ext>
            </a:extLst>
          </p:cNvPr>
          <p:cNvSpPr txBox="1"/>
          <p:nvPr/>
        </p:nvSpPr>
        <p:spPr>
          <a:xfrm>
            <a:off x="9286799" y="1710902"/>
            <a:ext cx="290520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1A3C35"/>
                </a:solidFill>
                <a:latin typeface="Montserrat" panose="00000500000000000000" pitchFamily="2" charset="0"/>
              </a:rPr>
              <a:t>Sources différentes de N</a:t>
            </a:r>
          </a:p>
          <a:p>
            <a:endParaRPr lang="fr-FR" sz="2000" b="1" dirty="0">
              <a:solidFill>
                <a:srgbClr val="1A3C35"/>
              </a:solidFill>
              <a:latin typeface="Montserrat" panose="00000500000000000000" pitchFamily="2" charset="0"/>
            </a:endParaRPr>
          </a:p>
          <a:p>
            <a:r>
              <a:rPr lang="fr-FR" sz="2000" dirty="0">
                <a:solidFill>
                  <a:srgbClr val="1A3C35"/>
                </a:solidFill>
                <a:latin typeface="Montserrat" panose="00000500000000000000" pitchFamily="2" charset="0"/>
              </a:rPr>
              <a:t>Eau et nutriments puisés à des horizons différents</a:t>
            </a:r>
          </a:p>
          <a:p>
            <a:endParaRPr lang="fr-FR" sz="2000" b="1" dirty="0">
              <a:solidFill>
                <a:srgbClr val="1A3C35"/>
              </a:solidFill>
              <a:latin typeface="Montserrat" panose="00000500000000000000" pitchFamily="2" charset="0"/>
            </a:endParaRPr>
          </a:p>
          <a:p>
            <a:r>
              <a:rPr lang="fr-FR" sz="2000" b="1" dirty="0">
                <a:solidFill>
                  <a:srgbClr val="1A3C35"/>
                </a:solidFill>
                <a:latin typeface="Montserrat" panose="00000500000000000000" pitchFamily="2" charset="0"/>
              </a:rPr>
              <a:t>+</a:t>
            </a:r>
            <a:r>
              <a:rPr lang="fr-FR" sz="2000" dirty="0">
                <a:solidFill>
                  <a:srgbClr val="1A3C35"/>
                </a:solidFill>
                <a:latin typeface="Montserrat" panose="00000500000000000000" pitchFamily="2" charset="0"/>
              </a:rPr>
              <a:t> Couverture du sol :</a:t>
            </a:r>
          </a:p>
          <a:p>
            <a:endParaRPr lang="fr-FR" sz="2000" dirty="0">
              <a:solidFill>
                <a:srgbClr val="1A3C35"/>
              </a:solidFill>
              <a:latin typeface="Montserrat" panose="00000500000000000000" pitchFamily="2" charset="0"/>
            </a:endParaRPr>
          </a:p>
          <a:p>
            <a:r>
              <a:rPr lang="fr-FR" sz="2000" b="1" dirty="0">
                <a:solidFill>
                  <a:srgbClr val="1A3C35"/>
                </a:solidFill>
                <a:latin typeface="Montserrat" panose="00000500000000000000" pitchFamily="2" charset="0"/>
              </a:rPr>
              <a:t>+ </a:t>
            </a:r>
            <a:r>
              <a:rPr lang="fr-FR" sz="2000" dirty="0">
                <a:solidFill>
                  <a:srgbClr val="1A3C35"/>
                </a:solidFill>
                <a:latin typeface="Montserrat" panose="00000500000000000000" pitchFamily="2" charset="0"/>
              </a:rPr>
              <a:t>de rayonnement intercepté</a:t>
            </a:r>
          </a:p>
          <a:p>
            <a:endParaRPr lang="fr-FR" sz="2000" b="1" dirty="0">
              <a:solidFill>
                <a:srgbClr val="1A3C35"/>
              </a:solidFill>
              <a:latin typeface="Montserrat" panose="00000500000000000000" pitchFamily="2" charset="0"/>
            </a:endParaRPr>
          </a:p>
          <a:p>
            <a:r>
              <a:rPr lang="fr-FR" sz="2000" b="1" dirty="0">
                <a:solidFill>
                  <a:srgbClr val="1A3C35"/>
                </a:solidFill>
                <a:latin typeface="Montserrat" panose="00000500000000000000" pitchFamily="2" charset="0"/>
              </a:rPr>
              <a:t>+</a:t>
            </a:r>
            <a:r>
              <a:rPr lang="fr-FR" sz="2000" dirty="0">
                <a:solidFill>
                  <a:srgbClr val="1A3C35"/>
                </a:solidFill>
                <a:latin typeface="Montserrat" panose="00000500000000000000" pitchFamily="2" charset="0"/>
              </a:rPr>
              <a:t> Transpiration</a:t>
            </a:r>
          </a:p>
          <a:p>
            <a:r>
              <a:rPr lang="fr-FR" sz="2000" b="1" dirty="0">
                <a:solidFill>
                  <a:srgbClr val="1A3C35"/>
                </a:solidFill>
                <a:latin typeface="Montserrat" panose="00000500000000000000" pitchFamily="2" charset="0"/>
              </a:rPr>
              <a:t>-</a:t>
            </a:r>
            <a:r>
              <a:rPr lang="fr-FR" sz="2000" dirty="0">
                <a:solidFill>
                  <a:srgbClr val="1A3C35"/>
                </a:solidFill>
                <a:latin typeface="Montserrat" panose="00000500000000000000" pitchFamily="2" charset="0"/>
              </a:rPr>
              <a:t> Evaporation du sol</a:t>
            </a:r>
          </a:p>
        </p:txBody>
      </p:sp>
      <p:cxnSp>
        <p:nvCxnSpPr>
          <p:cNvPr id="3157" name="Connecteur droit avec flèche 3156">
            <a:extLst>
              <a:ext uri="{FF2B5EF4-FFF2-40B4-BE49-F238E27FC236}">
                <a16:creationId xmlns:a16="http://schemas.microsoft.com/office/drawing/2014/main" id="{7D8541FF-8D70-8583-0EEF-3596CBD6C824}"/>
              </a:ext>
            </a:extLst>
          </p:cNvPr>
          <p:cNvCxnSpPr>
            <a:cxnSpLocks/>
          </p:cNvCxnSpPr>
          <p:nvPr/>
        </p:nvCxnSpPr>
        <p:spPr>
          <a:xfrm flipV="1">
            <a:off x="4941374" y="5093713"/>
            <a:ext cx="297229" cy="59167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1" name="Connecteur droit avec flèche 3160">
            <a:extLst>
              <a:ext uri="{FF2B5EF4-FFF2-40B4-BE49-F238E27FC236}">
                <a16:creationId xmlns:a16="http://schemas.microsoft.com/office/drawing/2014/main" id="{5CC815BF-E113-A535-A2E5-5B2131D44BD6}"/>
              </a:ext>
            </a:extLst>
          </p:cNvPr>
          <p:cNvCxnSpPr>
            <a:cxnSpLocks/>
            <a:endCxn id="3098" idx="3"/>
          </p:cNvCxnSpPr>
          <p:nvPr/>
        </p:nvCxnSpPr>
        <p:spPr>
          <a:xfrm flipH="1" flipV="1">
            <a:off x="4457124" y="5145348"/>
            <a:ext cx="495279" cy="54004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7" name="Connecteur droit 3166">
            <a:extLst>
              <a:ext uri="{FF2B5EF4-FFF2-40B4-BE49-F238E27FC236}">
                <a16:creationId xmlns:a16="http://schemas.microsoft.com/office/drawing/2014/main" id="{672934DD-4CD1-1D50-E4F9-6130D206E15B}"/>
              </a:ext>
            </a:extLst>
          </p:cNvPr>
          <p:cNvCxnSpPr>
            <a:cxnSpLocks/>
          </p:cNvCxnSpPr>
          <p:nvPr/>
        </p:nvCxnSpPr>
        <p:spPr>
          <a:xfrm flipH="1">
            <a:off x="4958929" y="5204430"/>
            <a:ext cx="264306" cy="52079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0" name="Connecteur droit 3179">
            <a:extLst>
              <a:ext uri="{FF2B5EF4-FFF2-40B4-BE49-F238E27FC236}">
                <a16:creationId xmlns:a16="http://schemas.microsoft.com/office/drawing/2014/main" id="{A4B1E3E7-CFB9-4979-05BA-E4637A5DF793}"/>
              </a:ext>
            </a:extLst>
          </p:cNvPr>
          <p:cNvCxnSpPr>
            <a:cxnSpLocks/>
          </p:cNvCxnSpPr>
          <p:nvPr/>
        </p:nvCxnSpPr>
        <p:spPr>
          <a:xfrm>
            <a:off x="4507418" y="5264955"/>
            <a:ext cx="442734" cy="4720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48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7ECE5EF0-C78A-4290-86F9-94DA499BCE6B}"/>
              </a:ext>
            </a:extLst>
          </p:cNvPr>
          <p:cNvSpPr txBox="1"/>
          <p:nvPr/>
        </p:nvSpPr>
        <p:spPr>
          <a:xfrm>
            <a:off x="10283687" y="6248959"/>
            <a:ext cx="1908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Montserrat" panose="00000500000000000000" pitchFamily="2" charset="0"/>
              </a:rPr>
              <a:t>Conclusion</a:t>
            </a:r>
            <a:endParaRPr lang="fr-FR" sz="17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6" name="Google Shape;494;p61">
            <a:extLst>
              <a:ext uri="{FF2B5EF4-FFF2-40B4-BE49-F238E27FC236}">
                <a16:creationId xmlns:a16="http://schemas.microsoft.com/office/drawing/2014/main" id="{6D09C0CC-4ECA-4EC9-BC7C-D5FE53DE4FA5}"/>
              </a:ext>
            </a:extLst>
          </p:cNvPr>
          <p:cNvSpPr txBox="1">
            <a:spLocks/>
          </p:cNvSpPr>
          <p:nvPr/>
        </p:nvSpPr>
        <p:spPr>
          <a:xfrm>
            <a:off x="334273" y="291548"/>
            <a:ext cx="1166722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4800">
                <a:solidFill>
                  <a:srgbClr val="1A3C35"/>
                </a:solidFill>
                <a:latin typeface="Vidaloka " panose="02000504000000020004" pitchFamily="2" charset="0"/>
              </a:rPr>
              <a:t>Mesure des performances de l’association</a:t>
            </a:r>
            <a:endParaRPr lang="fr-FR" sz="4000" dirty="0">
              <a:solidFill>
                <a:srgbClr val="1A3C35"/>
              </a:solidFill>
              <a:latin typeface="Vidaloka " panose="02000504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8029B82B-B360-47FA-9FC7-6AFB43BDA5FB}"/>
                  </a:ext>
                </a:extLst>
              </p:cNvPr>
              <p:cNvSpPr txBox="1"/>
              <p:nvPr/>
            </p:nvSpPr>
            <p:spPr>
              <a:xfrm>
                <a:off x="345821" y="1610345"/>
                <a:ext cx="8874570" cy="985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800" smtClean="0">
                          <a:solidFill>
                            <a:srgbClr val="1A3C35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sty m:val="p"/>
                        </m:rPr>
                        <a:rPr lang="fr-FR" sz="2800" i="0">
                          <a:solidFill>
                            <a:srgbClr val="1A3C35"/>
                          </a:solidFill>
                          <a:latin typeface="Cambria Math" panose="02040503050406030204" pitchFamily="18" charset="0"/>
                        </a:rPr>
                        <m:t>ER</m:t>
                      </m:r>
                      <m:r>
                        <a:rPr lang="fr-FR" sz="2800" i="0">
                          <a:solidFill>
                            <a:srgbClr val="1A3C35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𝑅𝑑𝑚𝑡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𝑎𝑙𝑒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𝑎𝑠𝑠𝑜</m:t>
                          </m:r>
                        </m:num>
                        <m:den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𝑅𝑑𝑚𝑡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𝑎𝑙𝑒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𝑝𝑢𝑟𝑒</m:t>
                          </m:r>
                        </m:den>
                      </m:f>
                      <m:r>
                        <a:rPr lang="fr-FR" sz="2800" b="0" i="1" smtClean="0">
                          <a:solidFill>
                            <a:srgbClr val="1A3C35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𝑅𝑑𝑚𝑡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𝑔𝑢𝑚𝑖𝑛𝑒𝑢𝑠𝑒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𝑎𝑠𝑠𝑜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𝑅𝑑𝑚𝑡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𝑔𝑢𝑚𝑖𝑛𝑒𝑢𝑠𝑒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𝑝𝑢𝑟𝑒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1A3C35"/>
                  </a:solidFill>
                </a:endParaRP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8029B82B-B360-47FA-9FC7-6AFB43BDA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21" y="1610345"/>
                <a:ext cx="8874570" cy="9850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AF5C3557-5336-4A05-985B-6F2072CBAA66}"/>
              </a:ext>
            </a:extLst>
          </p:cNvPr>
          <p:cNvSpPr txBox="1"/>
          <p:nvPr/>
        </p:nvSpPr>
        <p:spPr>
          <a:xfrm>
            <a:off x="9248275" y="1915348"/>
            <a:ext cx="18369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kern="50" dirty="0">
                <a:solidFill>
                  <a:srgbClr val="1A3C35"/>
                </a:solidFill>
                <a:effectLst/>
                <a:latin typeface="Montserrat" panose="00000500000000000000" pitchFamily="2" charset="0"/>
                <a:ea typeface="SimSun" panose="02010600030101010101" pitchFamily="2" charset="-122"/>
              </a:rPr>
              <a:t>(Willey, 1979)</a:t>
            </a:r>
            <a:endParaRPr lang="fr-FR" sz="2000" dirty="0">
              <a:solidFill>
                <a:srgbClr val="1A3C35"/>
              </a:solidFill>
              <a:latin typeface="Montserrat" panose="00000500000000000000" pitchFamily="2" charset="0"/>
            </a:endParaRPr>
          </a:p>
        </p:txBody>
      </p:sp>
      <p:sp>
        <p:nvSpPr>
          <p:cNvPr id="31" name="Accolade fermante 30">
            <a:extLst>
              <a:ext uri="{FF2B5EF4-FFF2-40B4-BE49-F238E27FC236}">
                <a16:creationId xmlns:a16="http://schemas.microsoft.com/office/drawing/2014/main" id="{67A1EC84-1E2C-45D1-BCD0-224152B75171}"/>
              </a:ext>
            </a:extLst>
          </p:cNvPr>
          <p:cNvSpPr/>
          <p:nvPr/>
        </p:nvSpPr>
        <p:spPr>
          <a:xfrm rot="5400000">
            <a:off x="3015479" y="1145222"/>
            <a:ext cx="315816" cy="3239519"/>
          </a:xfrm>
          <a:prstGeom prst="rightBrace">
            <a:avLst/>
          </a:prstGeom>
          <a:ln w="19050">
            <a:solidFill>
              <a:srgbClr val="1A3C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Accolade fermante 31">
            <a:extLst>
              <a:ext uri="{FF2B5EF4-FFF2-40B4-BE49-F238E27FC236}">
                <a16:creationId xmlns:a16="http://schemas.microsoft.com/office/drawing/2014/main" id="{B5DADA2E-A6BC-4371-A490-6A94122313F5}"/>
              </a:ext>
            </a:extLst>
          </p:cNvPr>
          <p:cNvSpPr/>
          <p:nvPr/>
        </p:nvSpPr>
        <p:spPr>
          <a:xfrm rot="5400000">
            <a:off x="6935446" y="793160"/>
            <a:ext cx="304102" cy="3931932"/>
          </a:xfrm>
          <a:prstGeom prst="rightBrace">
            <a:avLst/>
          </a:prstGeom>
          <a:ln w="19050">
            <a:solidFill>
              <a:srgbClr val="1A3C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2731ABC9-319A-495D-B4BF-4E928000B6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36" r="19538" b="18252"/>
          <a:stretch/>
        </p:blipFill>
        <p:spPr>
          <a:xfrm>
            <a:off x="4259267" y="3620062"/>
            <a:ext cx="2967979" cy="251417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265BA53-B65D-4488-BCD8-16EE4E09BCF3}"/>
              </a:ext>
            </a:extLst>
          </p:cNvPr>
          <p:cNvSpPr/>
          <p:nvPr/>
        </p:nvSpPr>
        <p:spPr>
          <a:xfrm>
            <a:off x="4181451" y="4725791"/>
            <a:ext cx="447358" cy="376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00A501E-E8D6-416D-808D-42F9B4CD1365}"/>
              </a:ext>
            </a:extLst>
          </p:cNvPr>
          <p:cNvSpPr/>
          <p:nvPr/>
        </p:nvSpPr>
        <p:spPr>
          <a:xfrm>
            <a:off x="6939651" y="4393401"/>
            <a:ext cx="478951" cy="709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47E1FB-703D-4ACE-AB6F-0A478162BE94}"/>
              </a:ext>
            </a:extLst>
          </p:cNvPr>
          <p:cNvSpPr/>
          <p:nvPr/>
        </p:nvSpPr>
        <p:spPr>
          <a:xfrm>
            <a:off x="6457287" y="4766744"/>
            <a:ext cx="609921" cy="376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379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7ECE5EF0-C78A-4290-86F9-94DA499BCE6B}"/>
              </a:ext>
            </a:extLst>
          </p:cNvPr>
          <p:cNvSpPr txBox="1"/>
          <p:nvPr/>
        </p:nvSpPr>
        <p:spPr>
          <a:xfrm>
            <a:off x="10283687" y="6248959"/>
            <a:ext cx="1908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Montserrat" panose="00000500000000000000" pitchFamily="2" charset="0"/>
              </a:rPr>
              <a:t>Conclusion</a:t>
            </a:r>
            <a:endParaRPr lang="fr-FR" sz="17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6" name="Google Shape;494;p61">
            <a:extLst>
              <a:ext uri="{FF2B5EF4-FFF2-40B4-BE49-F238E27FC236}">
                <a16:creationId xmlns:a16="http://schemas.microsoft.com/office/drawing/2014/main" id="{6D09C0CC-4ECA-4EC9-BC7C-D5FE53DE4FA5}"/>
              </a:ext>
            </a:extLst>
          </p:cNvPr>
          <p:cNvSpPr txBox="1">
            <a:spLocks/>
          </p:cNvSpPr>
          <p:nvPr/>
        </p:nvSpPr>
        <p:spPr>
          <a:xfrm>
            <a:off x="334273" y="291548"/>
            <a:ext cx="1166722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4800" dirty="0">
                <a:solidFill>
                  <a:srgbClr val="1A3C35"/>
                </a:solidFill>
                <a:latin typeface="Vidaloka " panose="02000504000000020004" pitchFamily="2" charset="0"/>
              </a:rPr>
              <a:t>Land Equivalent ratio</a:t>
            </a:r>
            <a:endParaRPr lang="fr-FR" sz="4000" dirty="0">
              <a:solidFill>
                <a:srgbClr val="1A3C35"/>
              </a:solidFill>
              <a:latin typeface="Vidaloka " panose="02000504000000020004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8029B82B-B360-47FA-9FC7-6AFB43BDA5FB}"/>
                  </a:ext>
                </a:extLst>
              </p:cNvPr>
              <p:cNvSpPr txBox="1"/>
              <p:nvPr/>
            </p:nvSpPr>
            <p:spPr>
              <a:xfrm>
                <a:off x="345821" y="1610345"/>
                <a:ext cx="8874570" cy="985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800" smtClean="0">
                          <a:solidFill>
                            <a:srgbClr val="1A3C35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sty m:val="p"/>
                        </m:rPr>
                        <a:rPr lang="fr-FR" sz="2800" i="0">
                          <a:solidFill>
                            <a:srgbClr val="1A3C35"/>
                          </a:solidFill>
                          <a:latin typeface="Cambria Math" panose="02040503050406030204" pitchFamily="18" charset="0"/>
                        </a:rPr>
                        <m:t>ER</m:t>
                      </m:r>
                      <m:r>
                        <a:rPr lang="fr-FR" sz="2800" i="0">
                          <a:solidFill>
                            <a:srgbClr val="1A3C35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𝐶𝑒𝑟𝑒𝑎𝑙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𝑌𝑖𝑒𝑙𝑑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𝐼𝐶</m:t>
                          </m:r>
                        </m:num>
                        <m:den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𝐶𝑒𝑟𝑒𝑎𝑙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𝑌𝑖𝑒𝑙𝑑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den>
                      </m:f>
                      <m:r>
                        <a:rPr lang="fr-FR" sz="2800" b="0" i="1" smtClean="0">
                          <a:solidFill>
                            <a:srgbClr val="1A3C35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𝐿𝑒𝑔𝑢𝑚𝑒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𝑌𝑖𝑒𝑙𝑑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𝐼𝐶</m:t>
                          </m:r>
                        </m:num>
                        <m:den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𝐿𝑒𝑔𝑢𝑚𝑒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𝑌𝑖𝑒𝑙𝑑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rgbClr val="1A3C35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1A3C35"/>
                  </a:solidFill>
                </a:endParaRPr>
              </a:p>
            </p:txBody>
          </p:sp>
        </mc:Choice>
        <mc:Fallback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8029B82B-B360-47FA-9FC7-6AFB43BDA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21" y="1610345"/>
                <a:ext cx="8874570" cy="9859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AF5C3557-5336-4A05-985B-6F2072CBAA66}"/>
              </a:ext>
            </a:extLst>
          </p:cNvPr>
          <p:cNvSpPr txBox="1"/>
          <p:nvPr/>
        </p:nvSpPr>
        <p:spPr>
          <a:xfrm>
            <a:off x="9248275" y="1915348"/>
            <a:ext cx="18369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kern="50" dirty="0">
                <a:solidFill>
                  <a:srgbClr val="1A3C35"/>
                </a:solidFill>
                <a:effectLst/>
                <a:latin typeface="Montserrat" panose="00000500000000000000" pitchFamily="2" charset="0"/>
                <a:ea typeface="SimSun" panose="02010600030101010101" pitchFamily="2" charset="-122"/>
              </a:rPr>
              <a:t>(Willey, 1979)</a:t>
            </a:r>
            <a:endParaRPr lang="fr-FR" sz="2000" dirty="0">
              <a:solidFill>
                <a:srgbClr val="1A3C35"/>
              </a:solidFill>
              <a:latin typeface="Montserrat" panose="00000500000000000000" pitchFamily="2" charset="0"/>
            </a:endParaRPr>
          </a:p>
        </p:txBody>
      </p:sp>
      <p:sp>
        <p:nvSpPr>
          <p:cNvPr id="31" name="Accolade fermante 30">
            <a:extLst>
              <a:ext uri="{FF2B5EF4-FFF2-40B4-BE49-F238E27FC236}">
                <a16:creationId xmlns:a16="http://schemas.microsoft.com/office/drawing/2014/main" id="{67A1EC84-1E2C-45D1-BCD0-224152B75171}"/>
              </a:ext>
            </a:extLst>
          </p:cNvPr>
          <p:cNvSpPr/>
          <p:nvPr/>
        </p:nvSpPr>
        <p:spPr>
          <a:xfrm rot="5400000">
            <a:off x="3015479" y="1145222"/>
            <a:ext cx="315816" cy="3239519"/>
          </a:xfrm>
          <a:prstGeom prst="rightBrace">
            <a:avLst/>
          </a:prstGeom>
          <a:ln w="19050">
            <a:solidFill>
              <a:srgbClr val="1A3C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Accolade fermante 31">
            <a:extLst>
              <a:ext uri="{FF2B5EF4-FFF2-40B4-BE49-F238E27FC236}">
                <a16:creationId xmlns:a16="http://schemas.microsoft.com/office/drawing/2014/main" id="{B5DADA2E-A6BC-4371-A490-6A94122313F5}"/>
              </a:ext>
            </a:extLst>
          </p:cNvPr>
          <p:cNvSpPr/>
          <p:nvPr/>
        </p:nvSpPr>
        <p:spPr>
          <a:xfrm rot="5400000">
            <a:off x="6935446" y="793160"/>
            <a:ext cx="304102" cy="3931932"/>
          </a:xfrm>
          <a:prstGeom prst="rightBrace">
            <a:avLst/>
          </a:prstGeom>
          <a:ln w="19050">
            <a:solidFill>
              <a:srgbClr val="1A3C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2731ABC9-319A-495D-B4BF-4E928000B6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36" r="19538" b="18252"/>
          <a:stretch/>
        </p:blipFill>
        <p:spPr>
          <a:xfrm>
            <a:off x="4259267" y="3620062"/>
            <a:ext cx="2967979" cy="251417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265BA53-B65D-4488-BCD8-16EE4E09BCF3}"/>
              </a:ext>
            </a:extLst>
          </p:cNvPr>
          <p:cNvSpPr/>
          <p:nvPr/>
        </p:nvSpPr>
        <p:spPr>
          <a:xfrm>
            <a:off x="4181451" y="4725791"/>
            <a:ext cx="447358" cy="376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00A501E-E8D6-416D-808D-42F9B4CD1365}"/>
              </a:ext>
            </a:extLst>
          </p:cNvPr>
          <p:cNvSpPr/>
          <p:nvPr/>
        </p:nvSpPr>
        <p:spPr>
          <a:xfrm>
            <a:off x="6939651" y="4393401"/>
            <a:ext cx="478951" cy="709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47E1FB-703D-4ACE-AB6F-0A478162BE94}"/>
              </a:ext>
            </a:extLst>
          </p:cNvPr>
          <p:cNvSpPr/>
          <p:nvPr/>
        </p:nvSpPr>
        <p:spPr>
          <a:xfrm>
            <a:off x="6457287" y="4766744"/>
            <a:ext cx="609921" cy="376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8638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2907</TotalTime>
  <Words>73</Words>
  <Application>Microsoft Office PowerPoint</Application>
  <PresentationFormat>Grand écran</PresentationFormat>
  <Paragraphs>28</Paragraphs>
  <Slides>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Montserrat</vt:lpstr>
      <vt:lpstr>Vidaloka </vt:lpstr>
      <vt:lpstr>Thème Office</vt:lpstr>
      <vt:lpstr>Fonctionnement de l’association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Mathilde DE FREITAS</dc:creator>
  <cp:lastModifiedBy>Mathilde DE FREITAS</cp:lastModifiedBy>
  <cp:revision>196</cp:revision>
  <dcterms:created xsi:type="dcterms:W3CDTF">2023-09-08T10:56:15Z</dcterms:created>
  <dcterms:modified xsi:type="dcterms:W3CDTF">2024-03-13T16:14:26Z</dcterms:modified>
</cp:coreProperties>
</file>