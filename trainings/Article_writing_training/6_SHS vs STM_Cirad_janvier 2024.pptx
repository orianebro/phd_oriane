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5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8F4A10-DB10-47C2-B224-614CA84CF46A}" type="datetimeFigureOut">
              <a:rPr lang="fr-FR" smtClean="0"/>
              <a:t>28/04/2024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3722E-805C-49F6-80E9-29A440FBAC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586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3722E-805C-49F6-80E9-29A440FBACAF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81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3722E-805C-49F6-80E9-29A440FBACA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919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748C4-E892-462B-B473-CE8AB486E4DC}" type="datetime1">
              <a:rPr lang="fr-FR" smtClean="0"/>
              <a:t>28/04/2024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Cirad 2024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B5E5-232E-409A-9DEF-A2A0E0EF0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0142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604DC-B7EF-4CA6-A61E-3E6384844C70}" type="datetime1">
              <a:rPr lang="fr-FR" smtClean="0"/>
              <a:t>28/04/2024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Cirad 2024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B5E5-232E-409A-9DEF-A2A0E0EF0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9037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46A51-767F-4280-B1AB-712BEC89C3AF}" type="datetime1">
              <a:rPr lang="fr-FR" smtClean="0"/>
              <a:t>28/04/2024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Cirad 2024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B5E5-232E-409A-9DEF-A2A0E0EF0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2048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E0EC1-9DFE-4A78-92F0-8006F855762B}" type="datetime1">
              <a:rPr lang="fr-FR" smtClean="0"/>
              <a:t>28/04/2024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Cirad 2024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B5E5-232E-409A-9DEF-A2A0E0EF0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0715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08D8-0857-4475-A6B5-0016BF2239DD}" type="datetime1">
              <a:rPr lang="fr-FR" smtClean="0"/>
              <a:t>28/04/2024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Cirad 2024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B5E5-232E-409A-9DEF-A2A0E0EF0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64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7ED2A-B889-4B78-9F98-190D5BB796E9}" type="datetime1">
              <a:rPr lang="fr-FR" smtClean="0"/>
              <a:t>28/04/2024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Cirad 2024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B5E5-232E-409A-9DEF-A2A0E0EF0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776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A0525-8450-40C7-85E0-8CA3C56DF5C7}" type="datetime1">
              <a:rPr lang="fr-FR" smtClean="0"/>
              <a:t>28/04/2024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Cirad 2024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B5E5-232E-409A-9DEF-A2A0E0EF0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4758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467C9-217D-4CB6-A627-689482DD75A5}" type="datetime1">
              <a:rPr lang="fr-FR" smtClean="0"/>
              <a:t>28/04/2024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Cirad 2024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B5E5-232E-409A-9DEF-A2A0E0EF0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293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3CD7-4BE6-4492-B836-634D21250E81}" type="datetime1">
              <a:rPr lang="fr-FR" smtClean="0"/>
              <a:t>28/04/2024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Cirad 2024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B5E5-232E-409A-9DEF-A2A0E0EF0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379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4FD8-6E1A-441A-8A93-72C42DB0C01D}" type="datetime1">
              <a:rPr lang="fr-FR" smtClean="0"/>
              <a:t>28/04/2024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Cirad 2024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B5E5-232E-409A-9DEF-A2A0E0EF0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0764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DF39-DA86-4600-BC64-D1B6D88C0BCD}" type="datetime1">
              <a:rPr lang="fr-FR" smtClean="0"/>
              <a:t>28/04/2024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Cirad 2024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B5E5-232E-409A-9DEF-A2A0E0EF0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2137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927F8-7EE5-4D31-AF56-C8631229316A}" type="datetime1">
              <a:rPr lang="fr-FR" smtClean="0"/>
              <a:t>28/04/2024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Cirad 2024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8B5E5-232E-409A-9DEF-A2A0E0EF01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305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5"/>
                </a:solidFill>
                <a:latin typeface="+mn-lt"/>
              </a:rPr>
              <a:t>Publier des recherches ‘</a:t>
            </a:r>
            <a:r>
              <a:rPr lang="fr-FR" b="1" dirty="0" err="1">
                <a:solidFill>
                  <a:schemeClr val="accent5"/>
                </a:solidFill>
                <a:latin typeface="+mn-lt"/>
              </a:rPr>
              <a:t>quali</a:t>
            </a:r>
            <a:r>
              <a:rPr lang="fr-FR" b="1" dirty="0">
                <a:solidFill>
                  <a:schemeClr val="accent5"/>
                </a:solidFill>
                <a:latin typeface="+mn-lt"/>
              </a:rPr>
              <a:t> et/</a:t>
            </a:r>
            <a:r>
              <a:rPr lang="fr-FR" b="1" dirty="0" err="1">
                <a:solidFill>
                  <a:schemeClr val="accent5"/>
                </a:solidFill>
                <a:latin typeface="+mn-lt"/>
              </a:rPr>
              <a:t>oi</a:t>
            </a:r>
            <a:r>
              <a:rPr lang="fr-FR" b="1" dirty="0">
                <a:solidFill>
                  <a:schemeClr val="accent5"/>
                </a:solidFill>
                <a:latin typeface="+mn-lt"/>
              </a:rPr>
              <a:t> quanti’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Hervé Maisonneuve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4481512"/>
            <a:ext cx="8305800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446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5"/>
                </a:solidFill>
                <a:latin typeface="+mn-lt"/>
              </a:rPr>
              <a:t>Quantitatif ou qualitatif ,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revues scientifiques sont classées en deux segments :</a:t>
            </a:r>
          </a:p>
          <a:p>
            <a:pPr lvl="1"/>
            <a:r>
              <a:rPr lang="fr-FR" dirty="0"/>
              <a:t>STM : Science, Technologie, Médecine ou Sciences dures</a:t>
            </a:r>
          </a:p>
          <a:p>
            <a:pPr lvl="1"/>
            <a:r>
              <a:rPr lang="fr-FR" dirty="0"/>
              <a:t>SHS : Sciences humaines et sociales ou Sciences molles</a:t>
            </a:r>
          </a:p>
          <a:p>
            <a:r>
              <a:rPr lang="fr-FR" dirty="0"/>
              <a:t>Des revues publient des recherches quantitatives et qualitatives</a:t>
            </a:r>
          </a:p>
          <a:p>
            <a:endParaRPr lang="fr-FR" dirty="0"/>
          </a:p>
          <a:p>
            <a:r>
              <a:rPr lang="fr-FR" dirty="0"/>
              <a:t>Fonctionnement différent selon les segments (STM ou SHS)</a:t>
            </a:r>
          </a:p>
          <a:p>
            <a:endParaRPr lang="fr-FR" dirty="0"/>
          </a:p>
          <a:p>
            <a:r>
              <a:rPr lang="fr-FR" dirty="0"/>
              <a:t>Votre première étape : choisir une revue qui publie des recherches quantitatives ou qualitatives ?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Cirad 2024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B5E5-232E-409A-9DEF-A2A0E0EF016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0255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E72E2E-819C-C711-265D-5C191E5E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7" y="136525"/>
            <a:ext cx="10515600" cy="734210"/>
          </a:xfrm>
        </p:spPr>
        <p:txBody>
          <a:bodyPr/>
          <a:lstStyle/>
          <a:p>
            <a:r>
              <a:rPr lang="fr-FR" b="1" dirty="0">
                <a:solidFill>
                  <a:schemeClr val="accent5"/>
                </a:solidFill>
                <a:latin typeface="+mn-lt"/>
              </a:rPr>
              <a:t>Sciences dures ou molles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192A310-956F-1547-8428-9A9FA9D5A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Cirad 2024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5CCB9EA-8161-52DD-2797-4BD557016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B5E5-232E-409A-9DEF-A2A0E0EF016C}" type="slidenum">
              <a:rPr lang="fr-FR" smtClean="0"/>
              <a:t>3</a:t>
            </a:fld>
            <a:endParaRPr lang="fr-FR"/>
          </a:p>
        </p:txBody>
      </p:sp>
      <p:pic>
        <p:nvPicPr>
          <p:cNvPr id="6" name="Espace réservé du contenu 4">
            <a:extLst>
              <a:ext uri="{FF2B5EF4-FFF2-40B4-BE49-F238E27FC236}">
                <a16:creationId xmlns:a16="http://schemas.microsoft.com/office/drawing/2014/main" id="{EE735F19-1E92-FD98-44AC-FDFC43466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1641" y="815650"/>
            <a:ext cx="8168718" cy="604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492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5"/>
                </a:solidFill>
                <a:latin typeface="+mn-lt"/>
              </a:rPr>
              <a:t>Article de recherche STM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Format concis type </a:t>
            </a:r>
            <a:r>
              <a:rPr lang="fr-FR" dirty="0" err="1"/>
              <a:t>IMRaD</a:t>
            </a:r>
            <a:r>
              <a:rPr lang="fr-FR" dirty="0"/>
              <a:t> (Introduction, Méthodes, Résultats, Discussion), ou autres (IRDM; IM R&amp;D)</a:t>
            </a:r>
          </a:p>
          <a:p>
            <a:r>
              <a:rPr lang="fr-FR" dirty="0"/>
              <a:t>Environ 3 500 mots et 4 à 7 illustrations (tableaux ou figures)</a:t>
            </a:r>
          </a:p>
          <a:p>
            <a:r>
              <a:rPr lang="fr-FR" dirty="0"/>
              <a:t>Moins de 30/40 références</a:t>
            </a:r>
          </a:p>
          <a:p>
            <a:r>
              <a:rPr lang="fr-FR" dirty="0"/>
              <a:t>Environ 8 à 10 pages de la revue</a:t>
            </a:r>
          </a:p>
          <a:p>
            <a:r>
              <a:rPr lang="fr-FR" dirty="0"/>
              <a:t>En moyenne 6 auteurs, souvent plus</a:t>
            </a:r>
          </a:p>
          <a:p>
            <a:endParaRPr lang="fr-FR" dirty="0"/>
          </a:p>
          <a:p>
            <a:r>
              <a:rPr lang="fr-FR" dirty="0"/>
              <a:t>Conflits d’auteurs, sélection ou massage de données,…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Cirad 2024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B5E5-232E-409A-9DEF-A2A0E0EF016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9583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5"/>
                </a:solidFill>
                <a:latin typeface="+mn-lt"/>
              </a:rPr>
              <a:t>Article de recherche SHS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Format plus libre avec longue introduction (problématisation)</a:t>
            </a:r>
          </a:p>
          <a:p>
            <a:r>
              <a:rPr lang="fr-FR" dirty="0"/>
              <a:t>Plan adapté au projet de recherche</a:t>
            </a:r>
          </a:p>
          <a:p>
            <a:r>
              <a:rPr lang="fr-FR" dirty="0"/>
              <a:t>Environ 6 000 à 10 000 mots et peu d’illustrations</a:t>
            </a:r>
          </a:p>
          <a:p>
            <a:r>
              <a:rPr lang="fr-FR" dirty="0"/>
              <a:t>Nombre de références variable</a:t>
            </a:r>
          </a:p>
          <a:p>
            <a:r>
              <a:rPr lang="fr-FR" dirty="0"/>
              <a:t>Environ 15 à 25 pages de la revue</a:t>
            </a:r>
          </a:p>
          <a:p>
            <a:r>
              <a:rPr lang="fr-FR" dirty="0"/>
              <a:t>Un ou deux auteurs, parfois plus</a:t>
            </a:r>
          </a:p>
          <a:p>
            <a:endParaRPr lang="fr-FR" dirty="0"/>
          </a:p>
          <a:p>
            <a:r>
              <a:rPr lang="fr-FR" dirty="0"/>
              <a:t>Plagiat, reproductibilité plus difficile,…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Cirad 2024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B5E5-232E-409A-9DEF-A2A0E0EF016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3410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5"/>
                </a:solidFill>
                <a:latin typeface="+mn-lt"/>
              </a:rPr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Choix de la revue et du type d’article le plus tôt possible</a:t>
            </a:r>
          </a:p>
          <a:p>
            <a:endParaRPr lang="fr-FR" dirty="0"/>
          </a:p>
          <a:p>
            <a:r>
              <a:rPr lang="fr-FR" dirty="0"/>
              <a:t>STM et SHS ont des pratiques différentes</a:t>
            </a:r>
          </a:p>
          <a:p>
            <a:endParaRPr lang="fr-FR" dirty="0"/>
          </a:p>
          <a:p>
            <a:r>
              <a:rPr lang="fr-FR" dirty="0"/>
              <a:t>Écrire avec COREQ s’il s’agit de soumettre une étude qualitative à une revue STM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Cirad 2024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B5E5-232E-409A-9DEF-A2A0E0EF016C}" type="slidenum">
              <a:rPr lang="fr-FR" smtClean="0"/>
              <a:t>6</a:t>
            </a:fld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" y="5254625"/>
            <a:ext cx="1092517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9985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255</Words>
  <Application>Microsoft Office PowerPoint</Application>
  <PresentationFormat>Grand écran</PresentationFormat>
  <Paragraphs>48</Paragraphs>
  <Slides>6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Publier des recherches ‘quali et/oi quanti’</vt:lpstr>
      <vt:lpstr>Quantitatif ou qualitatif ,</vt:lpstr>
      <vt:lpstr>Sciences dures ou molles</vt:lpstr>
      <vt:lpstr>Article de recherche STM</vt:lpstr>
      <vt:lpstr>Article de recherche SHS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d’articles pour publier des recherches</dc:title>
  <dc:creator>Herve Maisonneuve</dc:creator>
  <cp:lastModifiedBy>Herve Maisonneuve</cp:lastModifiedBy>
  <cp:revision>15</cp:revision>
  <dcterms:created xsi:type="dcterms:W3CDTF">2020-07-27T09:32:26Z</dcterms:created>
  <dcterms:modified xsi:type="dcterms:W3CDTF">2024-04-28T19:37:54Z</dcterms:modified>
</cp:coreProperties>
</file>